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0" r:id="rId1"/>
  </p:sldMasterIdLst>
  <p:notesMasterIdLst>
    <p:notesMasterId r:id="rId32"/>
  </p:notesMasterIdLst>
  <p:sldIdLst>
    <p:sldId id="270" r:id="rId2"/>
    <p:sldId id="277" r:id="rId3"/>
    <p:sldId id="291" r:id="rId4"/>
    <p:sldId id="292" r:id="rId5"/>
    <p:sldId id="293" r:id="rId6"/>
    <p:sldId id="294" r:id="rId7"/>
    <p:sldId id="295" r:id="rId8"/>
    <p:sldId id="296" r:id="rId9"/>
    <p:sldId id="297" r:id="rId10"/>
    <p:sldId id="260" r:id="rId11"/>
    <p:sldId id="268" r:id="rId12"/>
    <p:sldId id="269" r:id="rId13"/>
    <p:sldId id="273" r:id="rId14"/>
    <p:sldId id="274" r:id="rId15"/>
    <p:sldId id="275" r:id="rId16"/>
    <p:sldId id="305" r:id="rId17"/>
    <p:sldId id="304" r:id="rId18"/>
    <p:sldId id="259" r:id="rId19"/>
    <p:sldId id="313" r:id="rId20"/>
    <p:sldId id="306" r:id="rId21"/>
    <p:sldId id="258" r:id="rId22"/>
    <p:sldId id="264" r:id="rId23"/>
    <p:sldId id="276" r:id="rId24"/>
    <p:sldId id="307" r:id="rId25"/>
    <p:sldId id="262" r:id="rId26"/>
    <p:sldId id="314" r:id="rId27"/>
    <p:sldId id="272" r:id="rId28"/>
    <p:sldId id="315" r:id="rId29"/>
    <p:sldId id="265" r:id="rId30"/>
    <p:sldId id="271" r:id="rId31"/>
  </p:sldIdLst>
  <p:sldSz cx="17475200" cy="9753600"/>
  <p:notesSz cx="17475200" cy="97536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400"/>
    <a:srgbClr val="FFA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358" autoAdjust="0"/>
  </p:normalViewPr>
  <p:slideViewPr>
    <p:cSldViewPr>
      <p:cViewPr varScale="1">
        <p:scale>
          <a:sx n="25" d="100"/>
          <a:sy n="25" d="100"/>
        </p:scale>
        <p:origin x="72" y="88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51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572375" cy="4889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9898063" y="0"/>
            <a:ext cx="7572375" cy="488950"/>
          </a:xfrm>
          <a:prstGeom prst="rect">
            <a:avLst/>
          </a:prstGeom>
        </p:spPr>
        <p:txBody>
          <a:bodyPr vert="horz" lIns="91440" tIns="45720" rIns="91440" bIns="45720" rtlCol="0"/>
          <a:lstStyle>
            <a:lvl1pPr algn="r">
              <a:defRPr sz="1200"/>
            </a:lvl1pPr>
          </a:lstStyle>
          <a:p>
            <a:fld id="{E474929F-5BED-41D9-A4FF-0FBDE85221ED}" type="datetimeFigureOut">
              <a:rPr lang="en-US" smtClean="0"/>
              <a:t>12/22/2025</a:t>
            </a:fld>
            <a:endParaRPr lang="en-US"/>
          </a:p>
        </p:txBody>
      </p:sp>
      <p:sp>
        <p:nvSpPr>
          <p:cNvPr id="4" name="Slide Image Placeholder 3"/>
          <p:cNvSpPr>
            <a:spLocks noGrp="1" noRot="1" noChangeAspect="1"/>
          </p:cNvSpPr>
          <p:nvPr>
            <p:ph type="sldImg" idx="2"/>
          </p:nvPr>
        </p:nvSpPr>
        <p:spPr>
          <a:xfrm>
            <a:off x="5788025" y="1219200"/>
            <a:ext cx="5899150" cy="32924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747838" y="4694238"/>
            <a:ext cx="13979525" cy="384016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64650"/>
            <a:ext cx="7572375" cy="4889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9898063" y="9264650"/>
            <a:ext cx="7572375" cy="488950"/>
          </a:xfrm>
          <a:prstGeom prst="rect">
            <a:avLst/>
          </a:prstGeom>
        </p:spPr>
        <p:txBody>
          <a:bodyPr vert="horz" lIns="91440" tIns="45720" rIns="91440" bIns="45720" rtlCol="0" anchor="b"/>
          <a:lstStyle>
            <a:lvl1pPr algn="r">
              <a:defRPr sz="1200"/>
            </a:lvl1pPr>
          </a:lstStyle>
          <a:p>
            <a:fld id="{A8669B84-3582-4181-A285-8613E82957D7}" type="slidenum">
              <a:rPr lang="en-US" smtClean="0"/>
              <a:t>‹#›</a:t>
            </a:fld>
            <a:endParaRPr lang="en-US"/>
          </a:p>
        </p:txBody>
      </p:sp>
    </p:spTree>
    <p:extLst>
      <p:ext uri="{BB962C8B-B14F-4D97-AF65-F5344CB8AC3E}">
        <p14:creationId xmlns:p14="http://schemas.microsoft.com/office/powerpoint/2010/main" val="57409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669B84-3582-4181-A285-8613E82957D7}" type="slidenum">
              <a:rPr lang="en-US" smtClean="0"/>
              <a:t>10</a:t>
            </a:fld>
            <a:endParaRPr lang="en-US"/>
          </a:p>
        </p:txBody>
      </p:sp>
    </p:spTree>
    <p:extLst>
      <p:ext uri="{BB962C8B-B14F-4D97-AF65-F5344CB8AC3E}">
        <p14:creationId xmlns:p14="http://schemas.microsoft.com/office/powerpoint/2010/main" val="3440789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669B84-3582-4181-A285-8613E82957D7}" type="slidenum">
              <a:rPr lang="en-US" smtClean="0"/>
              <a:t>12</a:t>
            </a:fld>
            <a:endParaRPr lang="en-US"/>
          </a:p>
        </p:txBody>
      </p:sp>
    </p:spTree>
    <p:extLst>
      <p:ext uri="{BB962C8B-B14F-4D97-AF65-F5344CB8AC3E}">
        <p14:creationId xmlns:p14="http://schemas.microsoft.com/office/powerpoint/2010/main" val="1392035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669B84-3582-4181-A285-8613E82957D7}" type="slidenum">
              <a:rPr lang="en-US" smtClean="0"/>
              <a:t>15</a:t>
            </a:fld>
            <a:endParaRPr lang="en-US"/>
          </a:p>
        </p:txBody>
      </p:sp>
    </p:spTree>
    <p:extLst>
      <p:ext uri="{BB962C8B-B14F-4D97-AF65-F5344CB8AC3E}">
        <p14:creationId xmlns:p14="http://schemas.microsoft.com/office/powerpoint/2010/main" val="62739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669B84-3582-4181-A285-8613E82957D7}" type="slidenum">
              <a:rPr lang="en-US" smtClean="0"/>
              <a:t>25</a:t>
            </a:fld>
            <a:endParaRPr lang="en-US"/>
          </a:p>
        </p:txBody>
      </p:sp>
    </p:spTree>
    <p:extLst>
      <p:ext uri="{BB962C8B-B14F-4D97-AF65-F5344CB8AC3E}">
        <p14:creationId xmlns:p14="http://schemas.microsoft.com/office/powerpoint/2010/main" val="4254053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09784" y="866988"/>
            <a:ext cx="12435918" cy="4551680"/>
          </a:xfrm>
        </p:spPr>
        <p:txBody>
          <a:bodyPr anchor="b">
            <a:normAutofit/>
          </a:bodyPr>
          <a:lstStyle>
            <a:lvl1pPr algn="ctr">
              <a:defRPr sz="86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dirty="0"/>
              <a:t>Click to edit Master title style</a:t>
            </a:r>
          </a:p>
        </p:txBody>
      </p:sp>
      <p:sp>
        <p:nvSpPr>
          <p:cNvPr id="3" name="Subtitle 2"/>
          <p:cNvSpPr>
            <a:spLocks noGrp="1"/>
          </p:cNvSpPr>
          <p:nvPr>
            <p:ph type="subTitle" idx="1"/>
          </p:nvPr>
        </p:nvSpPr>
        <p:spPr>
          <a:xfrm>
            <a:off x="2509784" y="5527040"/>
            <a:ext cx="12435918" cy="2709333"/>
          </a:xfrm>
        </p:spPr>
        <p:txBody>
          <a:bodyPr anchor="t">
            <a:normAutofit/>
          </a:bodyPr>
          <a:lstStyle>
            <a:lvl1pPr marL="0" indent="0" algn="ctr">
              <a:buNone/>
              <a:defRPr sz="3763">
                <a:gradFill flip="none" rotWithShape="1">
                  <a:gsLst>
                    <a:gs pos="0">
                      <a:schemeClr val="tx1"/>
                    </a:gs>
                    <a:gs pos="100000">
                      <a:schemeClr val="tx1">
                        <a:lumMod val="75000"/>
                      </a:schemeClr>
                    </a:gs>
                  </a:gsLst>
                  <a:lin ang="5400000" scaled="0"/>
                  <a:tileRect/>
                </a:gradFill>
              </a:defRPr>
            </a:lvl1pPr>
            <a:lvl2pPr marL="819165" indent="0" algn="ctr">
              <a:buNone/>
              <a:defRPr>
                <a:solidFill>
                  <a:schemeClr val="tx1">
                    <a:tint val="75000"/>
                  </a:schemeClr>
                </a:solidFill>
              </a:defRPr>
            </a:lvl2pPr>
            <a:lvl3pPr marL="1638330" indent="0" algn="ctr">
              <a:buNone/>
              <a:defRPr>
                <a:solidFill>
                  <a:schemeClr val="tx1">
                    <a:tint val="75000"/>
                  </a:schemeClr>
                </a:solidFill>
              </a:defRPr>
            </a:lvl3pPr>
            <a:lvl4pPr marL="2457496" indent="0" algn="ctr">
              <a:buNone/>
              <a:defRPr>
                <a:solidFill>
                  <a:schemeClr val="tx1">
                    <a:tint val="75000"/>
                  </a:schemeClr>
                </a:solidFill>
              </a:defRPr>
            </a:lvl4pPr>
            <a:lvl5pPr marL="3276661" indent="0" algn="ctr">
              <a:buNone/>
              <a:defRPr>
                <a:solidFill>
                  <a:schemeClr val="tx1">
                    <a:tint val="75000"/>
                  </a:schemeClr>
                </a:solidFill>
              </a:defRPr>
            </a:lvl5pPr>
            <a:lvl6pPr marL="4095826" indent="0" algn="ctr">
              <a:buNone/>
              <a:defRPr>
                <a:solidFill>
                  <a:schemeClr val="tx1">
                    <a:tint val="75000"/>
                  </a:schemeClr>
                </a:solidFill>
              </a:defRPr>
            </a:lvl6pPr>
            <a:lvl7pPr marL="4914991" indent="0" algn="ctr">
              <a:buNone/>
              <a:defRPr>
                <a:solidFill>
                  <a:schemeClr val="tx1">
                    <a:tint val="75000"/>
                  </a:schemeClr>
                </a:solidFill>
              </a:defRPr>
            </a:lvl7pPr>
            <a:lvl8pPr marL="5734157" indent="0" algn="ctr">
              <a:buNone/>
              <a:defRPr>
                <a:solidFill>
                  <a:schemeClr val="tx1">
                    <a:tint val="75000"/>
                  </a:schemeClr>
                </a:solidFill>
              </a:defRPr>
            </a:lvl8pPr>
            <a:lvl9pPr marL="6553322"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77414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45823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09785" y="4705537"/>
            <a:ext cx="12451080" cy="2088960"/>
          </a:xfrm>
        </p:spPr>
        <p:txBody>
          <a:bodyPr anchor="b"/>
          <a:lstStyle>
            <a:lvl1pPr algn="r">
              <a:defRPr sz="7167" b="0" cap="all"/>
            </a:lvl1pPr>
          </a:lstStyle>
          <a:p>
            <a:r>
              <a:rPr lang="en-US" dirty="0"/>
              <a:t>Click to edit Master title style</a:t>
            </a:r>
          </a:p>
        </p:txBody>
      </p:sp>
      <p:sp>
        <p:nvSpPr>
          <p:cNvPr id="3" name="Text Placeholder 2"/>
          <p:cNvSpPr>
            <a:spLocks noGrp="1"/>
          </p:cNvSpPr>
          <p:nvPr>
            <p:ph type="body" idx="1"/>
          </p:nvPr>
        </p:nvSpPr>
        <p:spPr>
          <a:xfrm>
            <a:off x="2509783" y="6794497"/>
            <a:ext cx="12451081" cy="1223680"/>
          </a:xfrm>
        </p:spPr>
        <p:txBody>
          <a:bodyPr anchor="t">
            <a:normAutofit/>
          </a:bodyPr>
          <a:lstStyle>
            <a:lvl1pPr marL="0" indent="0" algn="r">
              <a:buNone/>
              <a:defRPr sz="3583">
                <a:gradFill flip="none" rotWithShape="1">
                  <a:gsLst>
                    <a:gs pos="0">
                      <a:schemeClr val="tx1"/>
                    </a:gs>
                    <a:gs pos="100000">
                      <a:schemeClr val="tx1">
                        <a:lumMod val="75000"/>
                      </a:schemeClr>
                    </a:gs>
                  </a:gsLst>
                  <a:lin ang="5400000" scaled="0"/>
                  <a:tileRect/>
                </a:gradFill>
              </a:defRPr>
            </a:lvl1pPr>
            <a:lvl2pPr marL="819165" indent="0">
              <a:buNone/>
              <a:defRPr sz="3225">
                <a:solidFill>
                  <a:schemeClr val="tx1">
                    <a:tint val="75000"/>
                  </a:schemeClr>
                </a:solidFill>
              </a:defRPr>
            </a:lvl2pPr>
            <a:lvl3pPr marL="1638330" indent="0">
              <a:buNone/>
              <a:defRPr sz="2867">
                <a:solidFill>
                  <a:schemeClr val="tx1">
                    <a:tint val="75000"/>
                  </a:schemeClr>
                </a:solidFill>
              </a:defRPr>
            </a:lvl3pPr>
            <a:lvl4pPr marL="2457496" indent="0">
              <a:buNone/>
              <a:defRPr sz="2508">
                <a:solidFill>
                  <a:schemeClr val="tx1">
                    <a:tint val="75000"/>
                  </a:schemeClr>
                </a:solidFill>
              </a:defRPr>
            </a:lvl4pPr>
            <a:lvl5pPr marL="3276661" indent="0">
              <a:buNone/>
              <a:defRPr sz="2508">
                <a:solidFill>
                  <a:schemeClr val="tx1">
                    <a:tint val="75000"/>
                  </a:schemeClr>
                </a:solidFill>
              </a:defRPr>
            </a:lvl5pPr>
            <a:lvl6pPr marL="4095826" indent="0">
              <a:buNone/>
              <a:defRPr sz="2508">
                <a:solidFill>
                  <a:schemeClr val="tx1">
                    <a:tint val="75000"/>
                  </a:schemeClr>
                </a:solidFill>
              </a:defRPr>
            </a:lvl6pPr>
            <a:lvl7pPr marL="4914991" indent="0">
              <a:buNone/>
              <a:defRPr sz="2508">
                <a:solidFill>
                  <a:schemeClr val="tx1">
                    <a:tint val="75000"/>
                  </a:schemeClr>
                </a:solidFill>
              </a:defRPr>
            </a:lvl7pPr>
            <a:lvl8pPr marL="5734157" indent="0">
              <a:buNone/>
              <a:defRPr sz="2508">
                <a:solidFill>
                  <a:schemeClr val="tx1">
                    <a:tint val="75000"/>
                  </a:schemeClr>
                </a:solidFill>
              </a:defRPr>
            </a:lvl8pPr>
            <a:lvl9pPr marL="6553322" indent="0">
              <a:buNone/>
              <a:defRPr sz="2508">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9090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636024" y="3793066"/>
            <a:ext cx="6990080" cy="4443308"/>
          </a:xfrm>
        </p:spPr>
        <p:txBody>
          <a:bodyPr>
            <a:normAutofit/>
          </a:bodyPr>
          <a:lstStyle>
            <a:lvl1pPr>
              <a:defRPr sz="3225"/>
            </a:lvl1pPr>
            <a:lvl2pPr>
              <a:defRPr sz="2867"/>
            </a:lvl2pPr>
            <a:lvl3pPr>
              <a:defRPr sz="2508"/>
            </a:lvl3pPr>
            <a:lvl4pPr>
              <a:defRPr sz="2150"/>
            </a:lvl4pPr>
            <a:lvl5pPr>
              <a:defRPr sz="2150"/>
            </a:lvl5pPr>
            <a:lvl6pPr>
              <a:defRPr sz="2150"/>
            </a:lvl6pPr>
            <a:lvl7pPr>
              <a:defRPr sz="2150"/>
            </a:lvl7pPr>
            <a:lvl8pPr>
              <a:defRPr sz="2150"/>
            </a:lvl8pPr>
            <a:lvl9pPr>
              <a:defRPr sz="21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8844544" y="3793067"/>
            <a:ext cx="6990080" cy="4443307"/>
          </a:xfrm>
        </p:spPr>
        <p:txBody>
          <a:bodyPr>
            <a:normAutofit/>
          </a:bodyPr>
          <a:lstStyle>
            <a:lvl1pPr>
              <a:defRPr sz="3225"/>
            </a:lvl1pPr>
            <a:lvl2pPr>
              <a:defRPr sz="2867"/>
            </a:lvl2pPr>
            <a:lvl3pPr>
              <a:defRPr sz="2508"/>
            </a:lvl3pPr>
            <a:lvl4pPr>
              <a:defRPr sz="2150"/>
            </a:lvl4pPr>
            <a:lvl5pPr>
              <a:defRPr sz="2150"/>
            </a:lvl5pPr>
            <a:lvl6pPr>
              <a:defRPr sz="2150"/>
            </a:lvl6pPr>
            <a:lvl7pPr>
              <a:defRPr sz="2150"/>
            </a:lvl7pPr>
            <a:lvl8pPr>
              <a:defRPr sz="2150"/>
            </a:lvl8pPr>
            <a:lvl9pPr>
              <a:defRPr sz="21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86368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2048635" y="3781025"/>
            <a:ext cx="6577468" cy="819573"/>
          </a:xfrm>
        </p:spPr>
        <p:txBody>
          <a:bodyPr anchor="b">
            <a:noAutofit/>
          </a:bodyPr>
          <a:lstStyle>
            <a:lvl1pPr marL="0" indent="0">
              <a:buNone/>
              <a:defRPr sz="5017" b="0"/>
            </a:lvl1pPr>
            <a:lvl2pPr marL="819165" indent="0">
              <a:buNone/>
              <a:defRPr sz="3583" b="1"/>
            </a:lvl2pPr>
            <a:lvl3pPr marL="1638330" indent="0">
              <a:buNone/>
              <a:defRPr sz="3225" b="1"/>
            </a:lvl3pPr>
            <a:lvl4pPr marL="2457496" indent="0">
              <a:buNone/>
              <a:defRPr sz="2867" b="1"/>
            </a:lvl4pPr>
            <a:lvl5pPr marL="3276661" indent="0">
              <a:buNone/>
              <a:defRPr sz="2867" b="1"/>
            </a:lvl5pPr>
            <a:lvl6pPr marL="4095826" indent="0">
              <a:buNone/>
              <a:defRPr sz="2867" b="1"/>
            </a:lvl6pPr>
            <a:lvl7pPr marL="4914991" indent="0">
              <a:buNone/>
              <a:defRPr sz="2867" b="1"/>
            </a:lvl7pPr>
            <a:lvl8pPr marL="5734157" indent="0">
              <a:buNone/>
              <a:defRPr sz="2867" b="1"/>
            </a:lvl8pPr>
            <a:lvl9pPr marL="6553322" indent="0">
              <a:buNone/>
              <a:defRPr sz="2867" b="1"/>
            </a:lvl9pPr>
          </a:lstStyle>
          <a:p>
            <a:pPr lvl="0"/>
            <a:r>
              <a:rPr lang="en-US" dirty="0"/>
              <a:t>Click to edit Master text styles</a:t>
            </a:r>
          </a:p>
        </p:txBody>
      </p:sp>
      <p:sp>
        <p:nvSpPr>
          <p:cNvPr id="4" name="Content Placeholder 3"/>
          <p:cNvSpPr>
            <a:spLocks noGrp="1"/>
          </p:cNvSpPr>
          <p:nvPr>
            <p:ph sz="half" idx="2"/>
          </p:nvPr>
        </p:nvSpPr>
        <p:spPr>
          <a:xfrm>
            <a:off x="1636024" y="4612640"/>
            <a:ext cx="6990080" cy="3623733"/>
          </a:xfrm>
        </p:spPr>
        <p:txBody>
          <a:bodyPr anchor="t">
            <a:normAutofit/>
          </a:bodyPr>
          <a:lstStyle>
            <a:lvl1pPr>
              <a:defRPr sz="3225"/>
            </a:lvl1pPr>
            <a:lvl2pPr>
              <a:defRPr sz="2867"/>
            </a:lvl2pPr>
            <a:lvl3pPr>
              <a:defRPr sz="2508"/>
            </a:lvl3pPr>
            <a:lvl4pPr>
              <a:defRPr sz="2150"/>
            </a:lvl4pPr>
            <a:lvl5pPr>
              <a:defRPr sz="2150"/>
            </a:lvl5pPr>
            <a:lvl6pPr>
              <a:defRPr sz="2150"/>
            </a:lvl6pPr>
            <a:lvl7pPr>
              <a:defRPr sz="2150"/>
            </a:lvl7pPr>
            <a:lvl8pPr>
              <a:defRPr sz="2150"/>
            </a:lvl8pPr>
            <a:lvl9pPr>
              <a:defRPr sz="21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9235157" y="3793066"/>
            <a:ext cx="6599468" cy="819573"/>
          </a:xfrm>
        </p:spPr>
        <p:txBody>
          <a:bodyPr anchor="b">
            <a:noAutofit/>
          </a:bodyPr>
          <a:lstStyle>
            <a:lvl1pPr marL="0" indent="0">
              <a:buNone/>
              <a:defRPr sz="5017" b="0"/>
            </a:lvl1pPr>
            <a:lvl2pPr marL="819165" indent="0">
              <a:buNone/>
              <a:defRPr sz="3583" b="1"/>
            </a:lvl2pPr>
            <a:lvl3pPr marL="1638330" indent="0">
              <a:buNone/>
              <a:defRPr sz="3225" b="1"/>
            </a:lvl3pPr>
            <a:lvl4pPr marL="2457496" indent="0">
              <a:buNone/>
              <a:defRPr sz="2867" b="1"/>
            </a:lvl4pPr>
            <a:lvl5pPr marL="3276661" indent="0">
              <a:buNone/>
              <a:defRPr sz="2867" b="1"/>
            </a:lvl5pPr>
            <a:lvl6pPr marL="4095826" indent="0">
              <a:buNone/>
              <a:defRPr sz="2867" b="1"/>
            </a:lvl6pPr>
            <a:lvl7pPr marL="4914991" indent="0">
              <a:buNone/>
              <a:defRPr sz="2867" b="1"/>
            </a:lvl7pPr>
            <a:lvl8pPr marL="5734157" indent="0">
              <a:buNone/>
              <a:defRPr sz="2867" b="1"/>
            </a:lvl8pPr>
            <a:lvl9pPr marL="6553322" indent="0">
              <a:buNone/>
              <a:defRPr sz="2867" b="1"/>
            </a:lvl9pPr>
          </a:lstStyle>
          <a:p>
            <a:pPr lvl="0"/>
            <a:r>
              <a:rPr lang="en-US" dirty="0"/>
              <a:t>Click to edit Master text styles</a:t>
            </a:r>
          </a:p>
        </p:txBody>
      </p:sp>
      <p:sp>
        <p:nvSpPr>
          <p:cNvPr id="6" name="Content Placeholder 5"/>
          <p:cNvSpPr>
            <a:spLocks noGrp="1"/>
          </p:cNvSpPr>
          <p:nvPr>
            <p:ph sz="quarter" idx="4"/>
          </p:nvPr>
        </p:nvSpPr>
        <p:spPr>
          <a:xfrm>
            <a:off x="8844545" y="4612640"/>
            <a:ext cx="6990081" cy="3623733"/>
          </a:xfrm>
        </p:spPr>
        <p:txBody>
          <a:bodyPr anchor="t">
            <a:normAutofit/>
          </a:bodyPr>
          <a:lstStyle>
            <a:lvl1pPr>
              <a:defRPr sz="3225"/>
            </a:lvl1pPr>
            <a:lvl2pPr>
              <a:defRPr sz="2867"/>
            </a:lvl2pPr>
            <a:lvl3pPr>
              <a:defRPr sz="2508"/>
            </a:lvl3pPr>
            <a:lvl4pPr>
              <a:defRPr sz="2150"/>
            </a:lvl4pPr>
            <a:lvl5pPr>
              <a:defRPr sz="2150"/>
            </a:lvl5pPr>
            <a:lvl6pPr>
              <a:defRPr sz="2150"/>
            </a:lvl6pPr>
            <a:lvl7pPr>
              <a:defRPr sz="2150"/>
            </a:lvl7pPr>
            <a:lvl8pPr>
              <a:defRPr sz="2150"/>
            </a:lvl8pPr>
            <a:lvl9pPr>
              <a:defRPr sz="21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74909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41117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45703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36023" y="2275840"/>
            <a:ext cx="5087073" cy="1950720"/>
          </a:xfrm>
        </p:spPr>
        <p:txBody>
          <a:bodyPr anchor="b">
            <a:normAutofit/>
          </a:bodyPr>
          <a:lstStyle>
            <a:lvl1pPr algn="l">
              <a:defRPr sz="4300" b="0"/>
            </a:lvl1pPr>
          </a:lstStyle>
          <a:p>
            <a:r>
              <a:rPr lang="en-US" dirty="0"/>
              <a:t>Click to edit Master title style</a:t>
            </a:r>
          </a:p>
        </p:txBody>
      </p:sp>
      <p:sp>
        <p:nvSpPr>
          <p:cNvPr id="3" name="Content Placeholder 2"/>
          <p:cNvSpPr>
            <a:spLocks noGrp="1"/>
          </p:cNvSpPr>
          <p:nvPr>
            <p:ph idx="1"/>
          </p:nvPr>
        </p:nvSpPr>
        <p:spPr>
          <a:xfrm>
            <a:off x="7315465" y="866988"/>
            <a:ext cx="8519161" cy="7369387"/>
          </a:xfrm>
        </p:spPr>
        <p:txBody>
          <a:bodyPr anchor="ctr">
            <a:normAutofit/>
          </a:bodyPr>
          <a:lstStyle>
            <a:lvl1pPr>
              <a:defRPr sz="3583"/>
            </a:lvl1pPr>
            <a:lvl2pPr>
              <a:defRPr sz="3225"/>
            </a:lvl2pPr>
            <a:lvl3pPr>
              <a:defRPr sz="2867"/>
            </a:lvl3pPr>
            <a:lvl4pPr>
              <a:defRPr sz="2508"/>
            </a:lvl4pPr>
            <a:lvl5pPr>
              <a:defRPr sz="2508"/>
            </a:lvl5pPr>
            <a:lvl6pPr>
              <a:defRPr sz="2508"/>
            </a:lvl6pPr>
            <a:lvl7pPr>
              <a:defRPr sz="2508"/>
            </a:lvl7pPr>
            <a:lvl8pPr>
              <a:defRPr sz="2508"/>
            </a:lvl8pPr>
            <a:lvl9pPr>
              <a:defRPr sz="250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636023" y="4226560"/>
            <a:ext cx="5087073" cy="2600960"/>
          </a:xfrm>
        </p:spPr>
        <p:txBody>
          <a:bodyPr>
            <a:normAutofit/>
          </a:bodyPr>
          <a:lstStyle>
            <a:lvl1pPr marL="0" indent="0">
              <a:buNone/>
              <a:defRPr sz="2867"/>
            </a:lvl1pPr>
            <a:lvl2pPr marL="819165" indent="0">
              <a:buNone/>
              <a:defRPr sz="2150"/>
            </a:lvl2pPr>
            <a:lvl3pPr marL="1638330" indent="0">
              <a:buNone/>
              <a:defRPr sz="1792"/>
            </a:lvl3pPr>
            <a:lvl4pPr marL="2457496" indent="0">
              <a:buNone/>
              <a:defRPr sz="1613"/>
            </a:lvl4pPr>
            <a:lvl5pPr marL="3276661" indent="0">
              <a:buNone/>
              <a:defRPr sz="1613"/>
            </a:lvl5pPr>
            <a:lvl6pPr marL="4095826" indent="0">
              <a:buNone/>
              <a:defRPr sz="1613"/>
            </a:lvl6pPr>
            <a:lvl7pPr marL="4914991" indent="0">
              <a:buNone/>
              <a:defRPr sz="1613"/>
            </a:lvl7pPr>
            <a:lvl8pPr marL="5734157" indent="0">
              <a:buNone/>
              <a:defRPr sz="1613"/>
            </a:lvl8pPr>
            <a:lvl9pPr marL="6553322" indent="0">
              <a:buNone/>
              <a:defRPr sz="1613"/>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41927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36023" y="2275840"/>
            <a:ext cx="7645401" cy="1950720"/>
          </a:xfrm>
        </p:spPr>
        <p:txBody>
          <a:bodyPr anchor="b">
            <a:normAutofit/>
          </a:bodyPr>
          <a:lstStyle>
            <a:lvl1pPr algn="l">
              <a:defRPr sz="5017" b="0"/>
            </a:lvl1pPr>
          </a:lstStyle>
          <a:p>
            <a:r>
              <a:rPr lang="en-US" dirty="0"/>
              <a:t>Click to edit Master title style</a:t>
            </a:r>
          </a:p>
        </p:txBody>
      </p:sp>
      <p:sp>
        <p:nvSpPr>
          <p:cNvPr id="14" name="Picture Placeholder 2"/>
          <p:cNvSpPr>
            <a:spLocks noGrp="1" noChangeAspect="1"/>
          </p:cNvSpPr>
          <p:nvPr>
            <p:ph type="pic" idx="1"/>
          </p:nvPr>
        </p:nvSpPr>
        <p:spPr>
          <a:xfrm>
            <a:off x="10655018" y="-26010"/>
            <a:ext cx="4696459" cy="9818624"/>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2867"/>
            </a:lvl1pPr>
            <a:lvl2pPr marL="819165" indent="0">
              <a:buNone/>
              <a:defRPr sz="2867"/>
            </a:lvl2pPr>
            <a:lvl3pPr marL="1638330" indent="0">
              <a:buNone/>
              <a:defRPr sz="2867"/>
            </a:lvl3pPr>
            <a:lvl4pPr marL="2457496" indent="0">
              <a:buNone/>
              <a:defRPr sz="2867"/>
            </a:lvl4pPr>
            <a:lvl5pPr marL="3276661" indent="0">
              <a:buNone/>
              <a:defRPr sz="2867"/>
            </a:lvl5pPr>
            <a:lvl6pPr marL="4095826" indent="0">
              <a:buNone/>
              <a:defRPr sz="2867"/>
            </a:lvl6pPr>
            <a:lvl7pPr marL="4914991" indent="0">
              <a:buNone/>
              <a:defRPr sz="2867"/>
            </a:lvl7pPr>
            <a:lvl8pPr marL="5734157" indent="0">
              <a:buNone/>
              <a:defRPr sz="2867"/>
            </a:lvl8pPr>
            <a:lvl9pPr marL="6553322" indent="0">
              <a:buNone/>
              <a:defRPr sz="2867"/>
            </a:lvl9pPr>
          </a:lstStyle>
          <a:p>
            <a:endParaRPr lang="en-US" dirty="0"/>
          </a:p>
        </p:txBody>
      </p:sp>
      <p:sp>
        <p:nvSpPr>
          <p:cNvPr id="4" name="Text Placeholder 3"/>
          <p:cNvSpPr>
            <a:spLocks noGrp="1"/>
          </p:cNvSpPr>
          <p:nvPr>
            <p:ph type="body" sz="half" idx="2"/>
          </p:nvPr>
        </p:nvSpPr>
        <p:spPr>
          <a:xfrm>
            <a:off x="1636023" y="4226560"/>
            <a:ext cx="7645401" cy="2600960"/>
          </a:xfrm>
        </p:spPr>
        <p:txBody>
          <a:bodyPr>
            <a:normAutofit/>
          </a:bodyPr>
          <a:lstStyle>
            <a:lvl1pPr marL="0" indent="0">
              <a:buNone/>
              <a:defRPr sz="3225"/>
            </a:lvl1pPr>
            <a:lvl2pPr marL="819165" indent="0">
              <a:buNone/>
              <a:defRPr sz="2150"/>
            </a:lvl2pPr>
            <a:lvl3pPr marL="1638330" indent="0">
              <a:buNone/>
              <a:defRPr sz="1792"/>
            </a:lvl3pPr>
            <a:lvl4pPr marL="2457496" indent="0">
              <a:buNone/>
              <a:defRPr sz="1613"/>
            </a:lvl4pPr>
            <a:lvl5pPr marL="3276661" indent="0">
              <a:buNone/>
              <a:defRPr sz="1613"/>
            </a:lvl5pPr>
            <a:lvl6pPr marL="4095826" indent="0">
              <a:buNone/>
              <a:defRPr sz="1613"/>
            </a:lvl6pPr>
            <a:lvl7pPr marL="4914991" indent="0">
              <a:buNone/>
              <a:defRPr sz="1613"/>
            </a:lvl7pPr>
            <a:lvl8pPr marL="5734157" indent="0">
              <a:buNone/>
              <a:defRPr sz="1613"/>
            </a:lvl8pPr>
            <a:lvl9pPr marL="6553322" indent="0">
              <a:buNone/>
              <a:defRPr sz="1613"/>
            </a:lvl9pPr>
          </a:lstStyle>
          <a:p>
            <a:pPr lvl="0"/>
            <a:r>
              <a:rPr lang="en-US" dirty="0"/>
              <a:t>Click to edit Master text styles</a:t>
            </a:r>
          </a:p>
        </p:txBody>
      </p:sp>
      <p:sp>
        <p:nvSpPr>
          <p:cNvPr id="5" name="Date Placeholder 4"/>
          <p:cNvSpPr>
            <a:spLocks noGrp="1"/>
          </p:cNvSpPr>
          <p:nvPr>
            <p:ph type="dt" sz="half" idx="10"/>
          </p:nvPr>
        </p:nvSpPr>
        <p:spPr>
          <a:xfrm>
            <a:off x="9172204" y="8367325"/>
            <a:ext cx="1310640" cy="519289"/>
          </a:xfrm>
        </p:spPr>
        <p:txBody>
          <a:bodyPr/>
          <a:lstStyle/>
          <a:p>
            <a:fld id="{B61BEF0D-F0BB-DE4B-95CE-6DB70DBA9567}" type="datetimeFigureOut">
              <a:rPr lang="en-US" dirty="0"/>
              <a:pPr/>
              <a:t>12/22/2025</a:t>
            </a:fld>
            <a:endParaRPr lang="en-US" dirty="0"/>
          </a:p>
        </p:txBody>
      </p:sp>
      <p:sp>
        <p:nvSpPr>
          <p:cNvPr id="6" name="Footer Placeholder 5"/>
          <p:cNvSpPr>
            <a:spLocks noGrp="1"/>
          </p:cNvSpPr>
          <p:nvPr>
            <p:ph type="ftr" sz="quarter" idx="11"/>
          </p:nvPr>
        </p:nvSpPr>
        <p:spPr>
          <a:xfrm>
            <a:off x="1636024" y="8367325"/>
            <a:ext cx="7317740" cy="519289"/>
          </a:xfrm>
        </p:spPr>
        <p:txBody>
          <a:bodyPr/>
          <a:lstStyle/>
          <a:p>
            <a:endParaRPr lang="en-US" dirty="0"/>
          </a:p>
        </p:txBody>
      </p:sp>
      <p:sp>
        <p:nvSpPr>
          <p:cNvPr id="7" name="Slide Number Placeholder 6"/>
          <p:cNvSpPr>
            <a:spLocks noGrp="1"/>
          </p:cNvSpPr>
          <p:nvPr>
            <p:ph type="sldNum" sz="quarter" idx="12"/>
          </p:nvPr>
        </p:nvSpPr>
        <p:spPr>
          <a:xfrm>
            <a:off x="15397745" y="8367325"/>
            <a:ext cx="462346" cy="519289"/>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47406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36025" y="6731186"/>
            <a:ext cx="14198600" cy="806027"/>
          </a:xfrm>
        </p:spPr>
        <p:txBody>
          <a:bodyPr anchor="b">
            <a:normAutofit/>
          </a:bodyPr>
          <a:lstStyle>
            <a:lvl1pPr algn="l">
              <a:defRPr sz="4300" b="0"/>
            </a:lvl1pPr>
          </a:lstStyle>
          <a:p>
            <a:r>
              <a:rPr lang="en-US" dirty="0"/>
              <a:t>Click to edit Master title style</a:t>
            </a:r>
          </a:p>
        </p:txBody>
      </p:sp>
      <p:sp>
        <p:nvSpPr>
          <p:cNvPr id="3" name="Picture Placeholder 2"/>
          <p:cNvSpPr>
            <a:spLocks noGrp="1" noChangeAspect="1"/>
          </p:cNvSpPr>
          <p:nvPr>
            <p:ph type="pic" idx="1"/>
          </p:nvPr>
        </p:nvSpPr>
        <p:spPr>
          <a:xfrm>
            <a:off x="2837444" y="1325670"/>
            <a:ext cx="11790520" cy="4501299"/>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867"/>
            </a:lvl1pPr>
            <a:lvl2pPr marL="819165" indent="0">
              <a:buNone/>
              <a:defRPr sz="2867"/>
            </a:lvl2pPr>
            <a:lvl3pPr marL="1638330" indent="0">
              <a:buNone/>
              <a:defRPr sz="2867"/>
            </a:lvl3pPr>
            <a:lvl4pPr marL="2457496" indent="0">
              <a:buNone/>
              <a:defRPr sz="2867"/>
            </a:lvl4pPr>
            <a:lvl5pPr marL="3276661" indent="0">
              <a:buNone/>
              <a:defRPr sz="2867"/>
            </a:lvl5pPr>
            <a:lvl6pPr marL="4095826" indent="0">
              <a:buNone/>
              <a:defRPr sz="2867"/>
            </a:lvl6pPr>
            <a:lvl7pPr marL="4914991" indent="0">
              <a:buNone/>
              <a:defRPr sz="2867"/>
            </a:lvl7pPr>
            <a:lvl8pPr marL="5734157" indent="0">
              <a:buNone/>
              <a:defRPr sz="2867"/>
            </a:lvl8pPr>
            <a:lvl9pPr marL="6553322" indent="0">
              <a:buNone/>
              <a:defRPr sz="2867"/>
            </a:lvl9pPr>
          </a:lstStyle>
          <a:p>
            <a:endParaRPr lang="en-US" dirty="0"/>
          </a:p>
        </p:txBody>
      </p:sp>
      <p:sp>
        <p:nvSpPr>
          <p:cNvPr id="4" name="Text Placeholder 3"/>
          <p:cNvSpPr>
            <a:spLocks noGrp="1"/>
          </p:cNvSpPr>
          <p:nvPr>
            <p:ph type="body" sz="half" idx="2"/>
          </p:nvPr>
        </p:nvSpPr>
        <p:spPr>
          <a:xfrm>
            <a:off x="1636025" y="7537213"/>
            <a:ext cx="14198600" cy="702168"/>
          </a:xfrm>
        </p:spPr>
        <p:txBody>
          <a:bodyPr>
            <a:normAutofit/>
          </a:bodyPr>
          <a:lstStyle>
            <a:lvl1pPr marL="0" indent="0">
              <a:buNone/>
              <a:defRPr sz="2508"/>
            </a:lvl1pPr>
            <a:lvl2pPr marL="819165" indent="0">
              <a:buNone/>
              <a:defRPr sz="2150"/>
            </a:lvl2pPr>
            <a:lvl3pPr marL="1638330" indent="0">
              <a:buNone/>
              <a:defRPr sz="1792"/>
            </a:lvl3pPr>
            <a:lvl4pPr marL="2457496" indent="0">
              <a:buNone/>
              <a:defRPr sz="1613"/>
            </a:lvl4pPr>
            <a:lvl5pPr marL="3276661" indent="0">
              <a:buNone/>
              <a:defRPr sz="1613"/>
            </a:lvl5pPr>
            <a:lvl6pPr marL="4095826" indent="0">
              <a:buNone/>
              <a:defRPr sz="1613"/>
            </a:lvl6pPr>
            <a:lvl7pPr marL="4914991" indent="0">
              <a:buNone/>
              <a:defRPr sz="1613"/>
            </a:lvl7pPr>
            <a:lvl8pPr marL="5734157" indent="0">
              <a:buNone/>
              <a:defRPr sz="1613"/>
            </a:lvl8pPr>
            <a:lvl9pPr marL="6553322" indent="0">
              <a:buNone/>
              <a:defRPr sz="1613"/>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43166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636024" y="866989"/>
            <a:ext cx="14198599" cy="4443305"/>
          </a:xfrm>
        </p:spPr>
        <p:txBody>
          <a:bodyPr anchor="ctr">
            <a:normAutofit/>
          </a:bodyPr>
          <a:lstStyle>
            <a:lvl1pPr algn="l">
              <a:defRPr sz="5733" b="0" cap="all"/>
            </a:lvl1pPr>
          </a:lstStyle>
          <a:p>
            <a:r>
              <a:rPr lang="en-US" dirty="0"/>
              <a:t>Click to edit Master title style</a:t>
            </a:r>
          </a:p>
        </p:txBody>
      </p:sp>
      <p:sp>
        <p:nvSpPr>
          <p:cNvPr id="3" name="Text Placeholder 2"/>
          <p:cNvSpPr>
            <a:spLocks noGrp="1"/>
          </p:cNvSpPr>
          <p:nvPr>
            <p:ph type="body" idx="1"/>
          </p:nvPr>
        </p:nvSpPr>
        <p:spPr>
          <a:xfrm>
            <a:off x="1636022" y="6177280"/>
            <a:ext cx="14198600" cy="2059093"/>
          </a:xfrm>
        </p:spPr>
        <p:txBody>
          <a:bodyPr anchor="ctr">
            <a:normAutofit/>
          </a:bodyPr>
          <a:lstStyle>
            <a:lvl1pPr marL="0" indent="0" algn="l">
              <a:buNone/>
              <a:defRPr sz="3583">
                <a:gradFill flip="none" rotWithShape="1">
                  <a:gsLst>
                    <a:gs pos="0">
                      <a:schemeClr val="tx1"/>
                    </a:gs>
                    <a:gs pos="100000">
                      <a:schemeClr val="tx1">
                        <a:lumMod val="75000"/>
                      </a:schemeClr>
                    </a:gs>
                  </a:gsLst>
                  <a:lin ang="5400000" scaled="0"/>
                  <a:tileRect/>
                </a:gradFill>
              </a:defRPr>
            </a:lvl1pPr>
            <a:lvl2pPr marL="819165" indent="0">
              <a:buNone/>
              <a:defRPr sz="3225">
                <a:solidFill>
                  <a:schemeClr val="tx1">
                    <a:tint val="75000"/>
                  </a:schemeClr>
                </a:solidFill>
              </a:defRPr>
            </a:lvl2pPr>
            <a:lvl3pPr marL="1638330" indent="0">
              <a:buNone/>
              <a:defRPr sz="2867">
                <a:solidFill>
                  <a:schemeClr val="tx1">
                    <a:tint val="75000"/>
                  </a:schemeClr>
                </a:solidFill>
              </a:defRPr>
            </a:lvl3pPr>
            <a:lvl4pPr marL="2457496" indent="0">
              <a:buNone/>
              <a:defRPr sz="2508">
                <a:solidFill>
                  <a:schemeClr val="tx1">
                    <a:tint val="75000"/>
                  </a:schemeClr>
                </a:solidFill>
              </a:defRPr>
            </a:lvl4pPr>
            <a:lvl5pPr marL="3276661" indent="0">
              <a:buNone/>
              <a:defRPr sz="2508">
                <a:solidFill>
                  <a:schemeClr val="tx1">
                    <a:tint val="75000"/>
                  </a:schemeClr>
                </a:solidFill>
              </a:defRPr>
            </a:lvl5pPr>
            <a:lvl6pPr marL="4095826" indent="0">
              <a:buNone/>
              <a:defRPr sz="2508">
                <a:solidFill>
                  <a:schemeClr val="tx1">
                    <a:tint val="75000"/>
                  </a:schemeClr>
                </a:solidFill>
              </a:defRPr>
            </a:lvl6pPr>
            <a:lvl7pPr marL="4914991" indent="0">
              <a:buNone/>
              <a:defRPr sz="2508">
                <a:solidFill>
                  <a:schemeClr val="tx1">
                    <a:tint val="75000"/>
                  </a:schemeClr>
                </a:solidFill>
              </a:defRPr>
            </a:lvl7pPr>
            <a:lvl8pPr marL="5734157" indent="0">
              <a:buNone/>
              <a:defRPr sz="2508">
                <a:solidFill>
                  <a:schemeClr val="tx1">
                    <a:tint val="75000"/>
                  </a:schemeClr>
                </a:solidFill>
              </a:defRPr>
            </a:lvl8pPr>
            <a:lvl9pPr marL="6553322" indent="0">
              <a:buNone/>
              <a:defRPr sz="2508">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50097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199144" y="1119039"/>
            <a:ext cx="873760" cy="831681"/>
          </a:xfrm>
          <a:prstGeom prst="rect">
            <a:avLst/>
          </a:prstGeom>
        </p:spPr>
        <p:txBody>
          <a:bodyPr vert="horz" lIns="163830" tIns="81915" rIns="163830" bIns="8191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4334" dirty="0">
                <a:solidFill>
                  <a:schemeClr val="accent1"/>
                </a:solidFill>
              </a:rPr>
              <a:t>“</a:t>
            </a:r>
          </a:p>
        </p:txBody>
      </p:sp>
      <p:sp>
        <p:nvSpPr>
          <p:cNvPr id="15" name="TextBox 14"/>
          <p:cNvSpPr txBox="1"/>
          <p:nvPr/>
        </p:nvSpPr>
        <p:spPr>
          <a:xfrm>
            <a:off x="14960864" y="3901440"/>
            <a:ext cx="873760" cy="831681"/>
          </a:xfrm>
          <a:prstGeom prst="rect">
            <a:avLst/>
          </a:prstGeom>
        </p:spPr>
        <p:txBody>
          <a:bodyPr vert="horz" lIns="163830" tIns="81915" rIns="163830" bIns="8191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4334" dirty="0">
                <a:solidFill>
                  <a:schemeClr val="accent1"/>
                </a:solidFill>
              </a:rPr>
              <a:t>”</a:t>
            </a:r>
          </a:p>
        </p:txBody>
      </p:sp>
      <p:sp>
        <p:nvSpPr>
          <p:cNvPr id="2" name="Title 1"/>
          <p:cNvSpPr>
            <a:spLocks noGrp="1"/>
          </p:cNvSpPr>
          <p:nvPr>
            <p:ph type="title"/>
          </p:nvPr>
        </p:nvSpPr>
        <p:spPr>
          <a:xfrm>
            <a:off x="2072905" y="866989"/>
            <a:ext cx="13324837" cy="3901439"/>
          </a:xfrm>
        </p:spPr>
        <p:txBody>
          <a:bodyPr anchor="ctr">
            <a:normAutofit/>
          </a:bodyPr>
          <a:lstStyle>
            <a:lvl1pPr algn="l">
              <a:defRPr sz="5733"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2400564" y="4768427"/>
            <a:ext cx="12669523" cy="541867"/>
          </a:xfrm>
        </p:spPr>
        <p:txBody>
          <a:bodyPr anchor="ctr"/>
          <a:lstStyle>
            <a:lvl1pPr marL="0" indent="0">
              <a:buFontTx/>
              <a:buNone/>
              <a:defRPr/>
            </a:lvl1pPr>
            <a:lvl2pPr marL="819165" indent="0">
              <a:buFontTx/>
              <a:buNone/>
              <a:defRPr/>
            </a:lvl2pPr>
            <a:lvl3pPr marL="1638330" indent="0">
              <a:buFontTx/>
              <a:buNone/>
              <a:defRPr/>
            </a:lvl3pPr>
            <a:lvl4pPr marL="2457496" indent="0">
              <a:buFontTx/>
              <a:buNone/>
              <a:defRPr/>
            </a:lvl4pPr>
            <a:lvl5pPr marL="3276661"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636022" y="6177280"/>
            <a:ext cx="14198600" cy="2059093"/>
          </a:xfrm>
        </p:spPr>
        <p:txBody>
          <a:bodyPr vert="horz" lIns="91440" tIns="45720" rIns="91440" bIns="45720" rtlCol="0" anchor="ctr">
            <a:normAutofit/>
          </a:bodyPr>
          <a:lstStyle>
            <a:lvl1pPr>
              <a:buNone/>
              <a:defRPr lang="en-US" sz="3583">
                <a:gradFill flip="none" rotWithShape="1">
                  <a:gsLst>
                    <a:gs pos="0">
                      <a:schemeClr val="tx1"/>
                    </a:gs>
                    <a:gs pos="100000">
                      <a:schemeClr val="tx1">
                        <a:lumMod val="75000"/>
                      </a:schemeClr>
                    </a:gs>
                  </a:gsLst>
                  <a:lin ang="5400000" scaled="0"/>
                  <a:tileRect/>
                </a:gradFill>
              </a:defRPr>
            </a:lvl1pPr>
          </a:lstStyle>
          <a:p>
            <a:pPr marL="0" lvl="0" indent="0">
              <a:buNone/>
            </a:pPr>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66204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636024" y="4705537"/>
            <a:ext cx="14198600" cy="2088960"/>
          </a:xfrm>
        </p:spPr>
        <p:txBody>
          <a:bodyPr anchor="b">
            <a:normAutofit/>
          </a:bodyPr>
          <a:lstStyle>
            <a:lvl1pPr algn="l">
              <a:defRPr sz="5733" b="0" cap="all"/>
            </a:lvl1pPr>
          </a:lstStyle>
          <a:p>
            <a:r>
              <a:rPr lang="en-US" dirty="0"/>
              <a:t>Click to edit Master title style</a:t>
            </a:r>
          </a:p>
        </p:txBody>
      </p:sp>
      <p:sp>
        <p:nvSpPr>
          <p:cNvPr id="3" name="Text Placeholder 2"/>
          <p:cNvSpPr>
            <a:spLocks noGrp="1"/>
          </p:cNvSpPr>
          <p:nvPr>
            <p:ph type="body" idx="1"/>
          </p:nvPr>
        </p:nvSpPr>
        <p:spPr>
          <a:xfrm>
            <a:off x="1636022" y="6794497"/>
            <a:ext cx="14198601" cy="1223680"/>
          </a:xfrm>
        </p:spPr>
        <p:txBody>
          <a:bodyPr vert="horz" lIns="91440" tIns="45720" rIns="91440" bIns="45720" rtlCol="0" anchor="t">
            <a:normAutofit/>
          </a:bodyPr>
          <a:lstStyle>
            <a:lvl1pPr>
              <a:defRPr lang="en-US" sz="3583">
                <a:gradFill flip="none" rotWithShape="1">
                  <a:gsLst>
                    <a:gs pos="0">
                      <a:schemeClr val="tx1"/>
                    </a:gs>
                    <a:gs pos="100000">
                      <a:schemeClr val="tx1">
                        <a:lumMod val="75000"/>
                      </a:schemeClr>
                    </a:gs>
                  </a:gsLst>
                  <a:lin ang="5400000" scaled="0"/>
                  <a:tileRect/>
                </a:gradFill>
              </a:defRPr>
            </a:lvl1pPr>
          </a:lstStyle>
          <a:p>
            <a:pPr marL="0" lvl="0" indent="0">
              <a:buNone/>
            </a:pPr>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83728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199144" y="1119039"/>
            <a:ext cx="873760" cy="831681"/>
          </a:xfrm>
          <a:prstGeom prst="rect">
            <a:avLst/>
          </a:prstGeom>
        </p:spPr>
        <p:txBody>
          <a:bodyPr vert="horz" lIns="163830" tIns="81915" rIns="163830" bIns="8191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4334" dirty="0">
                <a:solidFill>
                  <a:schemeClr val="accent1"/>
                </a:solidFill>
              </a:rPr>
              <a:t>“</a:t>
            </a:r>
          </a:p>
        </p:txBody>
      </p:sp>
      <p:sp>
        <p:nvSpPr>
          <p:cNvPr id="15" name="TextBox 14"/>
          <p:cNvSpPr txBox="1"/>
          <p:nvPr/>
        </p:nvSpPr>
        <p:spPr>
          <a:xfrm>
            <a:off x="14960864" y="3901440"/>
            <a:ext cx="873760" cy="831681"/>
          </a:xfrm>
          <a:prstGeom prst="rect">
            <a:avLst/>
          </a:prstGeom>
        </p:spPr>
        <p:txBody>
          <a:bodyPr vert="horz" lIns="163830" tIns="81915" rIns="163830" bIns="8191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4334" dirty="0">
                <a:solidFill>
                  <a:schemeClr val="accent1"/>
                </a:solidFill>
              </a:rPr>
              <a:t>”</a:t>
            </a:r>
          </a:p>
        </p:txBody>
      </p:sp>
      <p:sp>
        <p:nvSpPr>
          <p:cNvPr id="2" name="Title 1"/>
          <p:cNvSpPr>
            <a:spLocks noGrp="1"/>
          </p:cNvSpPr>
          <p:nvPr>
            <p:ph type="title"/>
          </p:nvPr>
        </p:nvSpPr>
        <p:spPr>
          <a:xfrm>
            <a:off x="2072905" y="866989"/>
            <a:ext cx="13324837" cy="3901439"/>
          </a:xfrm>
        </p:spPr>
        <p:txBody>
          <a:bodyPr anchor="ctr">
            <a:normAutofit/>
          </a:bodyPr>
          <a:lstStyle>
            <a:lvl1pPr algn="l">
              <a:defRPr sz="5733" b="0" cap="all">
                <a:gradFill flip="none" rotWithShape="1">
                  <a:gsLst>
                    <a:gs pos="0">
                      <a:schemeClr val="tx1"/>
                    </a:gs>
                    <a:gs pos="100000">
                      <a:schemeClr val="tx1">
                        <a:lumMod val="75000"/>
                      </a:schemeClr>
                    </a:gs>
                  </a:gsLst>
                  <a:lin ang="5400000" scaled="0"/>
                  <a:tileRect/>
                </a:gradFill>
              </a:defRPr>
            </a:lvl1pPr>
          </a:lstStyle>
          <a:p>
            <a:r>
              <a:rPr lang="en-US" dirty="0"/>
              <a:t>Click to edit Master title style</a:t>
            </a:r>
          </a:p>
        </p:txBody>
      </p:sp>
      <p:sp>
        <p:nvSpPr>
          <p:cNvPr id="10" name="Text Placeholder 9"/>
          <p:cNvSpPr>
            <a:spLocks noGrp="1"/>
          </p:cNvSpPr>
          <p:nvPr>
            <p:ph type="body" sz="quarter" idx="13"/>
          </p:nvPr>
        </p:nvSpPr>
        <p:spPr>
          <a:xfrm>
            <a:off x="1636024" y="5527040"/>
            <a:ext cx="14198600" cy="1264356"/>
          </a:xfrm>
        </p:spPr>
        <p:txBody>
          <a:bodyPr vert="horz" lIns="91440" tIns="45720" rIns="91440" bIns="45720" rtlCol="0" anchor="b">
            <a:normAutofit/>
          </a:bodyPr>
          <a:lstStyle>
            <a:lvl1pPr>
              <a:buNone/>
              <a:defRPr lang="en-US" sz="43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636022" y="6791395"/>
            <a:ext cx="14198600" cy="1444978"/>
          </a:xfrm>
        </p:spPr>
        <p:txBody>
          <a:bodyPr anchor="t">
            <a:normAutofit/>
          </a:bodyPr>
          <a:lstStyle>
            <a:lvl1pPr marL="0" indent="0" algn="l">
              <a:buNone/>
              <a:defRPr sz="3225">
                <a:gradFill flip="none" rotWithShape="1">
                  <a:gsLst>
                    <a:gs pos="0">
                      <a:schemeClr val="tx1"/>
                    </a:gs>
                    <a:gs pos="100000">
                      <a:schemeClr val="tx1">
                        <a:lumMod val="75000"/>
                      </a:schemeClr>
                    </a:gs>
                  </a:gsLst>
                  <a:lin ang="5400000" scaled="0"/>
                  <a:tileRect/>
                </a:gradFill>
              </a:defRPr>
            </a:lvl1pPr>
            <a:lvl2pPr marL="819165" indent="0">
              <a:buNone/>
              <a:defRPr sz="3225">
                <a:solidFill>
                  <a:schemeClr val="tx1">
                    <a:tint val="75000"/>
                  </a:schemeClr>
                </a:solidFill>
              </a:defRPr>
            </a:lvl2pPr>
            <a:lvl3pPr marL="1638330" indent="0">
              <a:buNone/>
              <a:defRPr sz="2867">
                <a:solidFill>
                  <a:schemeClr val="tx1">
                    <a:tint val="75000"/>
                  </a:schemeClr>
                </a:solidFill>
              </a:defRPr>
            </a:lvl3pPr>
            <a:lvl4pPr marL="2457496" indent="0">
              <a:buNone/>
              <a:defRPr sz="2508">
                <a:solidFill>
                  <a:schemeClr val="tx1">
                    <a:tint val="75000"/>
                  </a:schemeClr>
                </a:solidFill>
              </a:defRPr>
            </a:lvl4pPr>
            <a:lvl5pPr marL="3276661" indent="0">
              <a:buNone/>
              <a:defRPr sz="2508">
                <a:solidFill>
                  <a:schemeClr val="tx1">
                    <a:tint val="75000"/>
                  </a:schemeClr>
                </a:solidFill>
              </a:defRPr>
            </a:lvl5pPr>
            <a:lvl6pPr marL="4095826" indent="0">
              <a:buNone/>
              <a:defRPr sz="2508">
                <a:solidFill>
                  <a:schemeClr val="tx1">
                    <a:tint val="75000"/>
                  </a:schemeClr>
                </a:solidFill>
              </a:defRPr>
            </a:lvl6pPr>
            <a:lvl7pPr marL="4914991" indent="0">
              <a:buNone/>
              <a:defRPr sz="2508">
                <a:solidFill>
                  <a:schemeClr val="tx1">
                    <a:tint val="75000"/>
                  </a:schemeClr>
                </a:solidFill>
              </a:defRPr>
            </a:lvl7pPr>
            <a:lvl8pPr marL="5734157" indent="0">
              <a:buNone/>
              <a:defRPr sz="2508">
                <a:solidFill>
                  <a:schemeClr val="tx1">
                    <a:tint val="75000"/>
                  </a:schemeClr>
                </a:solidFill>
              </a:defRPr>
            </a:lvl8pPr>
            <a:lvl9pPr marL="6553322" indent="0">
              <a:buNone/>
              <a:defRPr sz="2508">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16208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636024" y="866989"/>
            <a:ext cx="14198599" cy="3901439"/>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1636024" y="4985173"/>
            <a:ext cx="14198600" cy="1192107"/>
          </a:xfrm>
        </p:spPr>
        <p:txBody>
          <a:bodyPr vert="horz" lIns="91440" tIns="45720" rIns="91440" bIns="45720" rtlCol="0" anchor="b">
            <a:normAutofit/>
          </a:bodyPr>
          <a:lstStyle>
            <a:lvl1pPr>
              <a:buNone/>
              <a:defRPr lang="en-US" sz="5017"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636022" y="6177280"/>
            <a:ext cx="14198600" cy="2059093"/>
          </a:xfrm>
        </p:spPr>
        <p:txBody>
          <a:bodyPr anchor="t">
            <a:normAutofit/>
          </a:bodyPr>
          <a:lstStyle>
            <a:lvl1pPr marL="0" indent="0" algn="l">
              <a:buNone/>
              <a:defRPr sz="3225">
                <a:gradFill flip="none" rotWithShape="1">
                  <a:gsLst>
                    <a:gs pos="0">
                      <a:schemeClr val="tx1"/>
                    </a:gs>
                    <a:gs pos="100000">
                      <a:schemeClr val="tx1">
                        <a:lumMod val="75000"/>
                      </a:schemeClr>
                    </a:gs>
                  </a:gsLst>
                  <a:lin ang="5400000" scaled="0"/>
                  <a:tileRect/>
                </a:gradFill>
              </a:defRPr>
            </a:lvl1pPr>
            <a:lvl2pPr marL="819165" indent="0">
              <a:buNone/>
              <a:defRPr sz="3225">
                <a:solidFill>
                  <a:schemeClr val="tx1">
                    <a:tint val="75000"/>
                  </a:schemeClr>
                </a:solidFill>
              </a:defRPr>
            </a:lvl2pPr>
            <a:lvl3pPr marL="1638330" indent="0">
              <a:buNone/>
              <a:defRPr sz="2867">
                <a:solidFill>
                  <a:schemeClr val="tx1">
                    <a:tint val="75000"/>
                  </a:schemeClr>
                </a:solidFill>
              </a:defRPr>
            </a:lvl3pPr>
            <a:lvl4pPr marL="2457496" indent="0">
              <a:buNone/>
              <a:defRPr sz="2508">
                <a:solidFill>
                  <a:schemeClr val="tx1">
                    <a:tint val="75000"/>
                  </a:schemeClr>
                </a:solidFill>
              </a:defRPr>
            </a:lvl4pPr>
            <a:lvl5pPr marL="3276661" indent="0">
              <a:buNone/>
              <a:defRPr sz="2508">
                <a:solidFill>
                  <a:schemeClr val="tx1">
                    <a:tint val="75000"/>
                  </a:schemeClr>
                </a:solidFill>
              </a:defRPr>
            </a:lvl5pPr>
            <a:lvl6pPr marL="4095826" indent="0">
              <a:buNone/>
              <a:defRPr sz="2508">
                <a:solidFill>
                  <a:schemeClr val="tx1">
                    <a:tint val="75000"/>
                  </a:schemeClr>
                </a:solidFill>
              </a:defRPr>
            </a:lvl6pPr>
            <a:lvl7pPr marL="4914991" indent="0">
              <a:buNone/>
              <a:defRPr sz="2508">
                <a:solidFill>
                  <a:schemeClr val="tx1">
                    <a:tint val="75000"/>
                  </a:schemeClr>
                </a:solidFill>
              </a:defRPr>
            </a:lvl7pPr>
            <a:lvl8pPr marL="5734157" indent="0">
              <a:buNone/>
              <a:defRPr sz="2508">
                <a:solidFill>
                  <a:schemeClr val="tx1">
                    <a:tint val="75000"/>
                  </a:schemeClr>
                </a:solidFill>
              </a:defRPr>
            </a:lvl8pPr>
            <a:lvl9pPr marL="6553322" indent="0">
              <a:buNone/>
              <a:defRPr sz="2508">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83372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636025" y="866987"/>
            <a:ext cx="14198597" cy="2709333"/>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02494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666221" y="866986"/>
            <a:ext cx="3168403" cy="736938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636024" y="866987"/>
            <a:ext cx="10812780" cy="7369387"/>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90162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36025" y="866987"/>
            <a:ext cx="14198597" cy="270933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636025" y="3793066"/>
            <a:ext cx="14198597" cy="4443308"/>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4" name="Date Placeholder 3"/>
          <p:cNvSpPr>
            <a:spLocks noGrp="1"/>
          </p:cNvSpPr>
          <p:nvPr>
            <p:ph type="dt" sz="half" idx="2"/>
          </p:nvPr>
        </p:nvSpPr>
        <p:spPr>
          <a:xfrm>
            <a:off x="12667244" y="8367325"/>
            <a:ext cx="2293620" cy="519289"/>
          </a:xfrm>
          <a:prstGeom prst="rect">
            <a:avLst/>
          </a:prstGeom>
        </p:spPr>
        <p:txBody>
          <a:bodyPr vert="horz" lIns="91440" tIns="45720" rIns="91440" bIns="45720" rtlCol="0" anchor="ctr"/>
          <a:lstStyle>
            <a:lvl1pPr algn="r">
              <a:defRPr sz="1613"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12/22/2025</a:t>
            </a:fld>
            <a:endParaRPr lang="en-US" dirty="0"/>
          </a:p>
        </p:txBody>
      </p:sp>
      <p:sp>
        <p:nvSpPr>
          <p:cNvPr id="5" name="Footer Placeholder 4"/>
          <p:cNvSpPr>
            <a:spLocks noGrp="1"/>
          </p:cNvSpPr>
          <p:nvPr>
            <p:ph type="ftr" sz="quarter" idx="3"/>
          </p:nvPr>
        </p:nvSpPr>
        <p:spPr>
          <a:xfrm>
            <a:off x="1636024" y="8367325"/>
            <a:ext cx="10812780" cy="519289"/>
          </a:xfrm>
          <a:prstGeom prst="rect">
            <a:avLst/>
          </a:prstGeom>
        </p:spPr>
        <p:txBody>
          <a:bodyPr vert="horz" lIns="91440" tIns="45720" rIns="91440" bIns="45720" rtlCol="0" anchor="ctr"/>
          <a:lstStyle>
            <a:lvl1pPr algn="l">
              <a:defRPr sz="1613"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5070085" y="8367325"/>
            <a:ext cx="790006" cy="519289"/>
          </a:xfrm>
          <a:prstGeom prst="rect">
            <a:avLst/>
          </a:prstGeom>
        </p:spPr>
        <p:txBody>
          <a:bodyPr vert="horz" lIns="91440" tIns="45720" rIns="91440" bIns="45720" rtlCol="0" anchor="ctr"/>
          <a:lstStyle>
            <a:lvl1pPr algn="r">
              <a:defRPr sz="1613"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18453051"/>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race car on a track&#10;&#10;AI-generated content may be incorrect.">
            <a:extLst>
              <a:ext uri="{FF2B5EF4-FFF2-40B4-BE49-F238E27FC236}">
                <a16:creationId xmlns:a16="http://schemas.microsoft.com/office/drawing/2014/main" id="{770B0123-67D7-15FF-1F02-BD29A77345BB}"/>
              </a:ext>
            </a:extLst>
          </p:cNvPr>
          <p:cNvPicPr>
            <a:picLocks noChangeAspect="1"/>
          </p:cNvPicPr>
          <p:nvPr/>
        </p:nvPicPr>
        <p:blipFill rotWithShape="1">
          <a:blip r:embed="rId2"/>
          <a:srcRect b="3030"/>
          <a:stretch/>
        </p:blipFill>
        <p:spPr>
          <a:xfrm>
            <a:off x="0" y="0"/>
            <a:ext cx="17463888" cy="9753599"/>
          </a:xfrm>
          <a:prstGeom prst="rect">
            <a:avLst/>
          </a:prstGeom>
        </p:spPr>
      </p:pic>
    </p:spTree>
    <p:extLst>
      <p:ext uri="{BB962C8B-B14F-4D97-AF65-F5344CB8AC3E}">
        <p14:creationId xmlns:p14="http://schemas.microsoft.com/office/powerpoint/2010/main" val="1871451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22DE3F-02FF-5F63-6E1F-9C32014115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3800" y="1824750"/>
            <a:ext cx="12547600" cy="4427700"/>
          </a:xfrm>
          <a:prstGeom prst="rect">
            <a:avLst/>
          </a:prstGeom>
        </p:spPr>
      </p:pic>
      <p:sp>
        <p:nvSpPr>
          <p:cNvPr id="4" name="TextBox 3">
            <a:extLst>
              <a:ext uri="{FF2B5EF4-FFF2-40B4-BE49-F238E27FC236}">
                <a16:creationId xmlns:a16="http://schemas.microsoft.com/office/drawing/2014/main" id="{461FB948-F2D2-455E-47FC-55BAF88777F3}"/>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1: Problem &amp; Data Understanding:</a:t>
            </a:r>
          </a:p>
          <a:p>
            <a:r>
              <a:rPr lang="en-US" sz="3200" dirty="0">
                <a:solidFill>
                  <a:schemeClr val="accent5"/>
                </a:solidFill>
              </a:rPr>
              <a:t>Step 1: Import Libraries &amp; Load Data:</a:t>
            </a:r>
          </a:p>
        </p:txBody>
      </p:sp>
      <p:sp>
        <p:nvSpPr>
          <p:cNvPr id="5" name="TextBox 4">
            <a:extLst>
              <a:ext uri="{FF2B5EF4-FFF2-40B4-BE49-F238E27FC236}">
                <a16:creationId xmlns:a16="http://schemas.microsoft.com/office/drawing/2014/main" id="{03668533-E902-A83F-B895-2B844F8FD35E}"/>
              </a:ext>
            </a:extLst>
          </p:cNvPr>
          <p:cNvSpPr txBox="1"/>
          <p:nvPr/>
        </p:nvSpPr>
        <p:spPr>
          <a:xfrm>
            <a:off x="2649220" y="6401812"/>
            <a:ext cx="1217676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We import the essential Python libraries needed for data analysis and machine learning:</a:t>
            </a:r>
          </a:p>
          <a:p>
            <a:pPr marL="457200" indent="-457200">
              <a:buFont typeface="Arial" panose="020B0604020202020204" pitchFamily="34" charset="0"/>
              <a:buChar char="•"/>
            </a:pPr>
            <a:r>
              <a:rPr lang="en-US" sz="3200" dirty="0">
                <a:solidFill>
                  <a:schemeClr val="accent5"/>
                </a:solidFill>
              </a:rPr>
              <a:t>pandas for data manipulation</a:t>
            </a:r>
          </a:p>
          <a:p>
            <a:pPr marL="457200" indent="-457200">
              <a:buFont typeface="Arial" panose="020B0604020202020204" pitchFamily="34" charset="0"/>
              <a:buChar char="•"/>
            </a:pPr>
            <a:r>
              <a:rPr lang="en-US" sz="3200" dirty="0" err="1">
                <a:solidFill>
                  <a:schemeClr val="accent5"/>
                </a:solidFill>
              </a:rPr>
              <a:t>numpy</a:t>
            </a:r>
            <a:r>
              <a:rPr lang="en-US" sz="3200" dirty="0">
                <a:solidFill>
                  <a:schemeClr val="accent5"/>
                </a:solidFill>
              </a:rPr>
              <a:t> for numerical operations</a:t>
            </a:r>
          </a:p>
          <a:p>
            <a:pPr marL="457200" indent="-457200">
              <a:buFont typeface="Arial" panose="020B0604020202020204" pitchFamily="34" charset="0"/>
              <a:buChar char="•"/>
            </a:pPr>
            <a:r>
              <a:rPr lang="en-US" sz="3200" dirty="0">
                <a:solidFill>
                  <a:schemeClr val="accent5"/>
                </a:solidFill>
              </a:rPr>
              <a:t>matplotlib and seaborn for visualizations</a:t>
            </a:r>
          </a:p>
          <a:p>
            <a:pPr marL="457200" indent="-457200">
              <a:buFont typeface="Arial" panose="020B0604020202020204" pitchFamily="34" charset="0"/>
              <a:buChar char="•"/>
            </a:pPr>
            <a:r>
              <a:rPr lang="en-US" sz="3200" dirty="0">
                <a:solidFill>
                  <a:schemeClr val="accent5"/>
                </a:solidFill>
              </a:rPr>
              <a:t>We also set a consistent visual style for all our charts</a:t>
            </a:r>
          </a:p>
        </p:txBody>
      </p:sp>
    </p:spTree>
    <p:extLst>
      <p:ext uri="{BB962C8B-B14F-4D97-AF65-F5344CB8AC3E}">
        <p14:creationId xmlns:p14="http://schemas.microsoft.com/office/powerpoint/2010/main" val="201512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09DC-0CD4-BD36-5F11-FEEEF6AF9DA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1281963-467B-5337-A327-65AF4643307E}"/>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1: Problem &amp; Data Understanding:</a:t>
            </a:r>
          </a:p>
          <a:p>
            <a:r>
              <a:rPr lang="en-US" sz="3200" dirty="0">
                <a:solidFill>
                  <a:schemeClr val="accent5"/>
                </a:solidFill>
              </a:rPr>
              <a:t>Step 1: Import Libraries &amp; Load Data:</a:t>
            </a:r>
          </a:p>
        </p:txBody>
      </p:sp>
      <p:sp>
        <p:nvSpPr>
          <p:cNvPr id="5" name="TextBox 4">
            <a:extLst>
              <a:ext uri="{FF2B5EF4-FFF2-40B4-BE49-F238E27FC236}">
                <a16:creationId xmlns:a16="http://schemas.microsoft.com/office/drawing/2014/main" id="{1186F2F2-F680-7B31-F6A8-842CF2F533B9}"/>
              </a:ext>
            </a:extLst>
          </p:cNvPr>
          <p:cNvSpPr txBox="1"/>
          <p:nvPr/>
        </p:nvSpPr>
        <p:spPr>
          <a:xfrm>
            <a:off x="2649220" y="6401812"/>
            <a:ext cx="12176760"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The dataset contains historical F1 race data spanning multiple decades. Each row represents a race winner, with columns for date, location, driver name, team, and race details. This gives us a rich historical dataset to train our prediction model.</a:t>
            </a:r>
          </a:p>
        </p:txBody>
      </p:sp>
      <p:pic>
        <p:nvPicPr>
          <p:cNvPr id="6" name="Picture 5">
            <a:extLst>
              <a:ext uri="{FF2B5EF4-FFF2-40B4-BE49-F238E27FC236}">
                <a16:creationId xmlns:a16="http://schemas.microsoft.com/office/drawing/2014/main" id="{D7FC71D3-485C-4270-9426-098DC7E4D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3800" y="1693305"/>
            <a:ext cx="12547599" cy="4427699"/>
          </a:xfrm>
          <a:prstGeom prst="rect">
            <a:avLst/>
          </a:prstGeom>
        </p:spPr>
      </p:pic>
    </p:spTree>
    <p:extLst>
      <p:ext uri="{BB962C8B-B14F-4D97-AF65-F5344CB8AC3E}">
        <p14:creationId xmlns:p14="http://schemas.microsoft.com/office/powerpoint/2010/main" val="1033873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20A64-B02A-98D5-B198-FE54D36D4A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F85B0F-102E-710D-9696-21BAD5CC3364}"/>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1: Problem &amp; Data Understanding:</a:t>
            </a:r>
          </a:p>
          <a:p>
            <a:r>
              <a:rPr lang="en-US" sz="3200" dirty="0">
                <a:solidFill>
                  <a:schemeClr val="accent5"/>
                </a:solidFill>
              </a:rPr>
              <a:t>Step 2: Initial Data Exploration:</a:t>
            </a:r>
          </a:p>
        </p:txBody>
      </p:sp>
      <p:sp>
        <p:nvSpPr>
          <p:cNvPr id="5" name="TextBox 4">
            <a:extLst>
              <a:ext uri="{FF2B5EF4-FFF2-40B4-BE49-F238E27FC236}">
                <a16:creationId xmlns:a16="http://schemas.microsoft.com/office/drawing/2014/main" id="{CAA7C7CB-0459-9705-32E9-45006E574FA9}"/>
              </a:ext>
            </a:extLst>
          </p:cNvPr>
          <p:cNvSpPr txBox="1"/>
          <p:nvPr/>
        </p:nvSpPr>
        <p:spPr>
          <a:xfrm>
            <a:off x="2649219" y="6137687"/>
            <a:ext cx="1217676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The preview shows the structure of our data. Key columns include:</a:t>
            </a:r>
          </a:p>
          <a:p>
            <a:pPr marL="457200" indent="-457200">
              <a:buFont typeface="Arial" panose="020B0604020202020204" pitchFamily="34" charset="0"/>
              <a:buChar char="•"/>
            </a:pPr>
            <a:r>
              <a:rPr lang="en-US" sz="3200" dirty="0">
                <a:solidFill>
                  <a:schemeClr val="accent5"/>
                </a:solidFill>
              </a:rPr>
              <a:t>date: When the race occurred</a:t>
            </a:r>
          </a:p>
          <a:p>
            <a:pPr marL="457200" indent="-457200">
              <a:buFont typeface="Arial" panose="020B0604020202020204" pitchFamily="34" charset="0"/>
              <a:buChar char="•"/>
            </a:pPr>
            <a:r>
              <a:rPr lang="en-US" sz="3200" dirty="0" err="1">
                <a:solidFill>
                  <a:schemeClr val="accent5"/>
                </a:solidFill>
              </a:rPr>
              <a:t>grand_prix</a:t>
            </a:r>
            <a:r>
              <a:rPr lang="en-US" sz="3200" dirty="0">
                <a:solidFill>
                  <a:schemeClr val="accent5"/>
                </a:solidFill>
              </a:rPr>
              <a:t>: Name of the race</a:t>
            </a:r>
          </a:p>
          <a:p>
            <a:pPr marL="457200" indent="-457200">
              <a:buFont typeface="Arial" panose="020B0604020202020204" pitchFamily="34" charset="0"/>
              <a:buChar char="•"/>
            </a:pPr>
            <a:r>
              <a:rPr lang="en-US" sz="3200" dirty="0" err="1">
                <a:solidFill>
                  <a:schemeClr val="accent5"/>
                </a:solidFill>
              </a:rPr>
              <a:t>winner_name</a:t>
            </a:r>
            <a:r>
              <a:rPr lang="en-US" sz="3200" dirty="0">
                <a:solidFill>
                  <a:schemeClr val="accent5"/>
                </a:solidFill>
              </a:rPr>
              <a:t>: The driver who won</a:t>
            </a:r>
          </a:p>
          <a:p>
            <a:pPr marL="457200" indent="-457200">
              <a:buFont typeface="Arial" panose="020B0604020202020204" pitchFamily="34" charset="0"/>
              <a:buChar char="•"/>
            </a:pPr>
            <a:r>
              <a:rPr lang="en-US" sz="3200" dirty="0">
                <a:solidFill>
                  <a:schemeClr val="accent5"/>
                </a:solidFill>
              </a:rPr>
              <a:t>team: The constructor/team that won</a:t>
            </a:r>
          </a:p>
          <a:p>
            <a:pPr marL="457200" indent="-457200">
              <a:buFont typeface="Arial" panose="020B0604020202020204" pitchFamily="34" charset="0"/>
              <a:buChar char="•"/>
            </a:pPr>
            <a:r>
              <a:rPr lang="en-US" sz="3200" dirty="0">
                <a:solidFill>
                  <a:schemeClr val="accent5"/>
                </a:solidFill>
              </a:rPr>
              <a:t>year: Season year (important for time-based splitting)</a:t>
            </a:r>
          </a:p>
        </p:txBody>
      </p:sp>
      <p:pic>
        <p:nvPicPr>
          <p:cNvPr id="6" name="Picture 5">
            <a:extLst>
              <a:ext uri="{FF2B5EF4-FFF2-40B4-BE49-F238E27FC236}">
                <a16:creationId xmlns:a16="http://schemas.microsoft.com/office/drawing/2014/main" id="{02C34341-1C15-26EE-E4DE-A997BE15913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63800" y="2092419"/>
            <a:ext cx="12547599" cy="3629471"/>
          </a:xfrm>
          <a:prstGeom prst="rect">
            <a:avLst/>
          </a:prstGeom>
        </p:spPr>
      </p:pic>
    </p:spTree>
    <p:extLst>
      <p:ext uri="{BB962C8B-B14F-4D97-AF65-F5344CB8AC3E}">
        <p14:creationId xmlns:p14="http://schemas.microsoft.com/office/powerpoint/2010/main" val="1899868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1150A-76E8-955D-747C-F8578FE8F0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452E19-DF0A-0430-2F25-0F2F81AA218E}"/>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1: Problem &amp; Data Understanding:</a:t>
            </a:r>
          </a:p>
          <a:p>
            <a:r>
              <a:rPr lang="en-US" sz="3200" dirty="0">
                <a:solidFill>
                  <a:schemeClr val="accent5"/>
                </a:solidFill>
              </a:rPr>
              <a:t>Step 2: Initial Data Exploration:</a:t>
            </a:r>
          </a:p>
        </p:txBody>
      </p:sp>
      <p:sp>
        <p:nvSpPr>
          <p:cNvPr id="5" name="TextBox 4">
            <a:extLst>
              <a:ext uri="{FF2B5EF4-FFF2-40B4-BE49-F238E27FC236}">
                <a16:creationId xmlns:a16="http://schemas.microsoft.com/office/drawing/2014/main" id="{3758C7DE-3A40-7997-C361-B7EBA2D76C3C}"/>
              </a:ext>
            </a:extLst>
          </p:cNvPr>
          <p:cNvSpPr txBox="1"/>
          <p:nvPr/>
        </p:nvSpPr>
        <p:spPr>
          <a:xfrm>
            <a:off x="2649219" y="6447531"/>
            <a:ext cx="1217676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This shows the data types and memory usage. Most columns are objects (text) with numerical columns for laps and year. The info also shows if there are any null values in each column.</a:t>
            </a:r>
          </a:p>
        </p:txBody>
      </p:sp>
      <p:pic>
        <p:nvPicPr>
          <p:cNvPr id="6" name="Picture 5">
            <a:extLst>
              <a:ext uri="{FF2B5EF4-FFF2-40B4-BE49-F238E27FC236}">
                <a16:creationId xmlns:a16="http://schemas.microsoft.com/office/drawing/2014/main" id="{ECE37824-A55B-C149-0574-94046896F0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49219" y="2092419"/>
            <a:ext cx="12176760" cy="3629471"/>
          </a:xfrm>
          <a:prstGeom prst="rect">
            <a:avLst/>
          </a:prstGeom>
        </p:spPr>
      </p:pic>
    </p:spTree>
    <p:extLst>
      <p:ext uri="{BB962C8B-B14F-4D97-AF65-F5344CB8AC3E}">
        <p14:creationId xmlns:p14="http://schemas.microsoft.com/office/powerpoint/2010/main" val="2513738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F10F3-20EE-DA31-33C5-E9DBFDC55F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376C1C-3193-0FEF-E55C-6BD23155482B}"/>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1: Problem &amp; Data Understanding:</a:t>
            </a:r>
          </a:p>
          <a:p>
            <a:r>
              <a:rPr lang="en-US" sz="3200" dirty="0">
                <a:solidFill>
                  <a:schemeClr val="accent5"/>
                </a:solidFill>
              </a:rPr>
              <a:t>Step 2: Initial Data Exploration:</a:t>
            </a:r>
          </a:p>
        </p:txBody>
      </p:sp>
      <p:sp>
        <p:nvSpPr>
          <p:cNvPr id="5" name="TextBox 4">
            <a:extLst>
              <a:ext uri="{FF2B5EF4-FFF2-40B4-BE49-F238E27FC236}">
                <a16:creationId xmlns:a16="http://schemas.microsoft.com/office/drawing/2014/main" id="{6627B6FA-855F-7E49-37FF-9E9283F52615}"/>
              </a:ext>
            </a:extLst>
          </p:cNvPr>
          <p:cNvSpPr txBox="1"/>
          <p:nvPr/>
        </p:nvSpPr>
        <p:spPr>
          <a:xfrm>
            <a:off x="2649218" y="6383908"/>
            <a:ext cx="1217676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The statistical summary shows:</a:t>
            </a:r>
          </a:p>
          <a:p>
            <a:pPr marL="457200" indent="-457200">
              <a:buFont typeface="Arial" panose="020B0604020202020204" pitchFamily="34" charset="0"/>
              <a:buChar char="•"/>
            </a:pPr>
            <a:r>
              <a:rPr lang="en-US" sz="3200" dirty="0">
                <a:solidFill>
                  <a:schemeClr val="accent5"/>
                </a:solidFill>
              </a:rPr>
              <a:t>The average number of laps per race</a:t>
            </a:r>
          </a:p>
          <a:p>
            <a:pPr marL="457200" indent="-457200">
              <a:buFont typeface="Arial" panose="020B0604020202020204" pitchFamily="34" charset="0"/>
              <a:buChar char="•"/>
            </a:pPr>
            <a:r>
              <a:rPr lang="en-US" sz="3200" dirty="0">
                <a:solidFill>
                  <a:schemeClr val="accent5"/>
                </a:solidFill>
              </a:rPr>
              <a:t>The range of years in our dataset</a:t>
            </a:r>
          </a:p>
          <a:p>
            <a:pPr marL="457200" indent="-457200">
              <a:buFont typeface="Arial" panose="020B0604020202020204" pitchFamily="34" charset="0"/>
              <a:buChar char="•"/>
            </a:pPr>
            <a:r>
              <a:rPr lang="en-US" sz="3200" dirty="0">
                <a:solidFill>
                  <a:schemeClr val="accent5"/>
                </a:solidFill>
              </a:rPr>
              <a:t>Standard deviation indicates variability in race lengths across different circuits</a:t>
            </a:r>
          </a:p>
        </p:txBody>
      </p:sp>
      <p:pic>
        <p:nvPicPr>
          <p:cNvPr id="6" name="Picture 5">
            <a:extLst>
              <a:ext uri="{FF2B5EF4-FFF2-40B4-BE49-F238E27FC236}">
                <a16:creationId xmlns:a16="http://schemas.microsoft.com/office/drawing/2014/main" id="{738097CF-7018-09E0-D690-CB9842F83DB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49218" y="2092419"/>
            <a:ext cx="11803381" cy="3629471"/>
          </a:xfrm>
          <a:prstGeom prst="rect">
            <a:avLst/>
          </a:prstGeom>
        </p:spPr>
      </p:pic>
    </p:spTree>
    <p:extLst>
      <p:ext uri="{BB962C8B-B14F-4D97-AF65-F5344CB8AC3E}">
        <p14:creationId xmlns:p14="http://schemas.microsoft.com/office/powerpoint/2010/main" val="217213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529EE-837D-80BC-7C0D-AD3D07BDE0C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4DCD4A-7846-02DC-72CA-63DE7B0FCC3F}"/>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1: Problem &amp; Data Understanding:</a:t>
            </a:r>
          </a:p>
          <a:p>
            <a:r>
              <a:rPr lang="en-US" sz="3200" dirty="0">
                <a:solidFill>
                  <a:schemeClr val="accent5"/>
                </a:solidFill>
              </a:rPr>
              <a:t>Step 2: Initial Data Exploration:</a:t>
            </a:r>
          </a:p>
        </p:txBody>
      </p:sp>
      <p:sp>
        <p:nvSpPr>
          <p:cNvPr id="5" name="TextBox 4">
            <a:extLst>
              <a:ext uri="{FF2B5EF4-FFF2-40B4-BE49-F238E27FC236}">
                <a16:creationId xmlns:a16="http://schemas.microsoft.com/office/drawing/2014/main" id="{66588AC5-C5F7-429F-AF0D-D4234BD09B0F}"/>
              </a:ext>
            </a:extLst>
          </p:cNvPr>
          <p:cNvSpPr txBox="1"/>
          <p:nvPr/>
        </p:nvSpPr>
        <p:spPr>
          <a:xfrm>
            <a:off x="2649218" y="6383908"/>
            <a:ext cx="12176760"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Checking for missing values is crucial for data quality. Missing data can bias our model or cause errors. If missing values exist, we need to decide whether to fill them (imputation) or remove those rows.</a:t>
            </a:r>
          </a:p>
        </p:txBody>
      </p:sp>
      <p:pic>
        <p:nvPicPr>
          <p:cNvPr id="6" name="Picture 5">
            <a:extLst>
              <a:ext uri="{FF2B5EF4-FFF2-40B4-BE49-F238E27FC236}">
                <a16:creationId xmlns:a16="http://schemas.microsoft.com/office/drawing/2014/main" id="{24847576-2A41-C8E5-4897-C9BFDF7A682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49218" y="2092419"/>
            <a:ext cx="11574781" cy="3629471"/>
          </a:xfrm>
          <a:prstGeom prst="rect">
            <a:avLst/>
          </a:prstGeom>
        </p:spPr>
      </p:pic>
    </p:spTree>
    <p:extLst>
      <p:ext uri="{BB962C8B-B14F-4D97-AF65-F5344CB8AC3E}">
        <p14:creationId xmlns:p14="http://schemas.microsoft.com/office/powerpoint/2010/main" val="56865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E8002-1776-42A0-B149-35CEBF185B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1BC71DA-B0CD-A445-E084-EF6314F4622C}"/>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2: Data Preparation:</a:t>
            </a:r>
          </a:p>
          <a:p>
            <a:r>
              <a:rPr lang="en-US" sz="3200" dirty="0">
                <a:solidFill>
                  <a:schemeClr val="accent5"/>
                </a:solidFill>
              </a:rPr>
              <a:t>Step 3: Data Cleaning &amp; Preprocessing:</a:t>
            </a:r>
          </a:p>
        </p:txBody>
      </p:sp>
      <p:sp>
        <p:nvSpPr>
          <p:cNvPr id="5" name="TextBox 4">
            <a:extLst>
              <a:ext uri="{FF2B5EF4-FFF2-40B4-BE49-F238E27FC236}">
                <a16:creationId xmlns:a16="http://schemas.microsoft.com/office/drawing/2014/main" id="{0C3B820D-5871-3AB8-A467-6C93D61DBE8A}"/>
              </a:ext>
            </a:extLst>
          </p:cNvPr>
          <p:cNvSpPr txBox="1"/>
          <p:nvPr/>
        </p:nvSpPr>
        <p:spPr>
          <a:xfrm>
            <a:off x="2649218" y="6137687"/>
            <a:ext cx="1217676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Data cleaning ensures data quality:</a:t>
            </a:r>
          </a:p>
          <a:p>
            <a:pPr marL="457200" indent="-457200">
              <a:buFont typeface="Arial" panose="020B0604020202020204" pitchFamily="34" charset="0"/>
              <a:buChar char="•"/>
            </a:pPr>
            <a:r>
              <a:rPr lang="en-US" sz="3200" dirty="0">
                <a:solidFill>
                  <a:schemeClr val="accent5"/>
                </a:solidFill>
              </a:rPr>
              <a:t>Converting dates to proper datetime format enables time-based operations</a:t>
            </a:r>
          </a:p>
          <a:p>
            <a:pPr marL="457200" indent="-457200">
              <a:buFont typeface="Arial" panose="020B0604020202020204" pitchFamily="34" charset="0"/>
              <a:buChar char="•"/>
            </a:pPr>
            <a:r>
              <a:rPr lang="en-US" sz="3200" dirty="0">
                <a:solidFill>
                  <a:schemeClr val="accent5"/>
                </a:solidFill>
              </a:rPr>
              <a:t>Filling missing lap counts with median prevents data loss while maintaining distribution</a:t>
            </a:r>
          </a:p>
          <a:p>
            <a:pPr marL="457200" indent="-457200">
              <a:buFont typeface="Arial" panose="020B0604020202020204" pitchFamily="34" charset="0"/>
              <a:buChar char="•"/>
            </a:pPr>
            <a:r>
              <a:rPr lang="en-US" sz="3200" dirty="0">
                <a:solidFill>
                  <a:schemeClr val="accent5"/>
                </a:solidFill>
              </a:rPr>
              <a:t>Removing duplicates ensures each race is counted only once</a:t>
            </a:r>
          </a:p>
        </p:txBody>
      </p:sp>
      <p:pic>
        <p:nvPicPr>
          <p:cNvPr id="6" name="Picture 5">
            <a:extLst>
              <a:ext uri="{FF2B5EF4-FFF2-40B4-BE49-F238E27FC236}">
                <a16:creationId xmlns:a16="http://schemas.microsoft.com/office/drawing/2014/main" id="{E9696282-B701-B4D3-7B92-03F39FE1D46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49218" y="2092419"/>
            <a:ext cx="11727181" cy="3629471"/>
          </a:xfrm>
          <a:prstGeom prst="rect">
            <a:avLst/>
          </a:prstGeom>
        </p:spPr>
      </p:pic>
    </p:spTree>
    <p:extLst>
      <p:ext uri="{BB962C8B-B14F-4D97-AF65-F5344CB8AC3E}">
        <p14:creationId xmlns:p14="http://schemas.microsoft.com/office/powerpoint/2010/main" val="226483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7E4A9-636F-E108-748A-9634E817E12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52646E-DE49-827F-3BF1-230B1208FDB5}"/>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2: Data Preparation:</a:t>
            </a:r>
          </a:p>
          <a:p>
            <a:r>
              <a:rPr lang="en-US" sz="3200" dirty="0">
                <a:solidFill>
                  <a:schemeClr val="accent5"/>
                </a:solidFill>
              </a:rPr>
              <a:t>Step 4: Exploratory Data Analysis (EDA):</a:t>
            </a:r>
          </a:p>
        </p:txBody>
      </p:sp>
      <p:sp>
        <p:nvSpPr>
          <p:cNvPr id="5" name="TextBox 4">
            <a:extLst>
              <a:ext uri="{FF2B5EF4-FFF2-40B4-BE49-F238E27FC236}">
                <a16:creationId xmlns:a16="http://schemas.microsoft.com/office/drawing/2014/main" id="{5F16F3A0-0F69-D136-6D92-C1FC9A0D9D44}"/>
              </a:ext>
            </a:extLst>
          </p:cNvPr>
          <p:cNvSpPr txBox="1"/>
          <p:nvPr/>
        </p:nvSpPr>
        <p:spPr>
          <a:xfrm>
            <a:off x="2649218" y="6137687"/>
            <a:ext cx="12176760"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We identify championship winners by finding the team with the most race wins each year. This creates our target variable - the outcome we want to predict. The table shows recent champions, revealing dominant teams in modern F1.</a:t>
            </a:r>
          </a:p>
        </p:txBody>
      </p:sp>
      <p:pic>
        <p:nvPicPr>
          <p:cNvPr id="6" name="Picture 5">
            <a:extLst>
              <a:ext uri="{FF2B5EF4-FFF2-40B4-BE49-F238E27FC236}">
                <a16:creationId xmlns:a16="http://schemas.microsoft.com/office/drawing/2014/main" id="{05BF84DE-54DF-2889-FB68-E6205B1A010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49218" y="2092419"/>
            <a:ext cx="12176760" cy="3629471"/>
          </a:xfrm>
          <a:prstGeom prst="rect">
            <a:avLst/>
          </a:prstGeom>
        </p:spPr>
      </p:pic>
    </p:spTree>
    <p:extLst>
      <p:ext uri="{BB962C8B-B14F-4D97-AF65-F5344CB8AC3E}">
        <p14:creationId xmlns:p14="http://schemas.microsoft.com/office/powerpoint/2010/main" val="4241152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3" cstate="print"/>
          <a:srcRect b="3125"/>
          <a:stretch/>
        </p:blipFill>
        <p:spPr>
          <a:xfrm>
            <a:off x="0" y="1044"/>
            <a:ext cx="17475200" cy="9753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b="3125"/>
          <a:stretch/>
        </p:blipFill>
        <p:spPr>
          <a:xfrm>
            <a:off x="0" y="0"/>
            <a:ext cx="17475200" cy="9753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3" cstate="print"/>
          <a:srcRect b="3125"/>
          <a:stretch/>
        </p:blipFill>
        <p:spPr>
          <a:xfrm>
            <a:off x="0" y="0"/>
            <a:ext cx="17475200" cy="9753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DAE58C-560F-18D9-0DDF-A69580E26F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7475200" cy="9753600"/>
          </a:xfrm>
          <a:prstGeom prst="rect">
            <a:avLst/>
          </a:prstGeom>
        </p:spPr>
      </p:pic>
    </p:spTree>
    <p:extLst>
      <p:ext uri="{BB962C8B-B14F-4D97-AF65-F5344CB8AC3E}">
        <p14:creationId xmlns:p14="http://schemas.microsoft.com/office/powerpoint/2010/main" val="3500997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E532B9-63C5-58E7-134C-68F145C941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7475200" cy="9753600"/>
          </a:xfrm>
          <a:prstGeom prst="rect">
            <a:avLst/>
          </a:prstGeom>
        </p:spPr>
      </p:pic>
    </p:spTree>
    <p:extLst>
      <p:ext uri="{BB962C8B-B14F-4D97-AF65-F5344CB8AC3E}">
        <p14:creationId xmlns:p14="http://schemas.microsoft.com/office/powerpoint/2010/main" val="2061993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94E099-4D8D-57AE-0719-1449EAD39084}"/>
              </a:ext>
            </a:extLst>
          </p:cNvPr>
          <p:cNvPicPr>
            <a:picLocks noChangeAspect="1"/>
          </p:cNvPicPr>
          <p:nvPr/>
        </p:nvPicPr>
        <p:blipFill>
          <a:blip r:embed="rId3">
            <a:extLst>
              <a:ext uri="{28A0092B-C50C-407E-A947-70E740481C1C}">
                <a14:useLocalDpi xmlns:a14="http://schemas.microsoft.com/office/drawing/2010/main" val="0"/>
              </a:ext>
            </a:extLst>
          </a:blip>
          <a:srcRect l="7692"/>
          <a:stretch>
            <a:fillRect/>
          </a:stretch>
        </p:blipFill>
        <p:spPr>
          <a:xfrm>
            <a:off x="0" y="0"/>
            <a:ext cx="17475200" cy="9753600"/>
          </a:xfrm>
          <a:prstGeom prst="rect">
            <a:avLst/>
          </a:prstGeom>
        </p:spPr>
      </p:pic>
    </p:spTree>
    <p:extLst>
      <p:ext uri="{BB962C8B-B14F-4D97-AF65-F5344CB8AC3E}">
        <p14:creationId xmlns:p14="http://schemas.microsoft.com/office/powerpoint/2010/main" val="3944513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DFCA3-8E74-AA6A-8D62-8AA6421789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7B041B3-38C9-5253-C328-8E8F7D0C5225}"/>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2: Data Preparation:</a:t>
            </a:r>
          </a:p>
          <a:p>
            <a:r>
              <a:rPr lang="en-US" sz="3200" dirty="0">
                <a:solidFill>
                  <a:schemeClr val="accent5"/>
                </a:solidFill>
              </a:rPr>
              <a:t>Step 6: Split Data:</a:t>
            </a:r>
          </a:p>
        </p:txBody>
      </p:sp>
      <p:sp>
        <p:nvSpPr>
          <p:cNvPr id="5" name="TextBox 4">
            <a:extLst>
              <a:ext uri="{FF2B5EF4-FFF2-40B4-BE49-F238E27FC236}">
                <a16:creationId xmlns:a16="http://schemas.microsoft.com/office/drawing/2014/main" id="{92905845-1CD3-5644-DC47-94E07A36B0C4}"/>
              </a:ext>
            </a:extLst>
          </p:cNvPr>
          <p:cNvSpPr txBox="1"/>
          <p:nvPr/>
        </p:nvSpPr>
        <p:spPr>
          <a:xfrm>
            <a:off x="9575800" y="2209800"/>
            <a:ext cx="7645400"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We use time-based splitting (not random) because:</a:t>
            </a:r>
          </a:p>
          <a:p>
            <a:pPr marL="457200" indent="-457200">
              <a:buFont typeface="Arial" panose="020B0604020202020204" pitchFamily="34" charset="0"/>
              <a:buChar char="•"/>
            </a:pPr>
            <a:endParaRPr lang="en-US" sz="3200" dirty="0">
              <a:solidFill>
                <a:schemeClr val="accent5"/>
              </a:solidFill>
            </a:endParaRPr>
          </a:p>
          <a:p>
            <a:pPr marL="457200" indent="-457200">
              <a:buFont typeface="Arial" panose="020B0604020202020204" pitchFamily="34" charset="0"/>
              <a:buChar char="•"/>
            </a:pPr>
            <a:r>
              <a:rPr lang="en-US" sz="3200" dirty="0">
                <a:solidFill>
                  <a:schemeClr val="accent5"/>
                </a:solidFill>
              </a:rPr>
              <a:t>It simulates real prediction scenarios (using past to predict future)</a:t>
            </a:r>
          </a:p>
          <a:p>
            <a:pPr marL="457200" indent="-457200">
              <a:buFont typeface="Arial" panose="020B0604020202020204" pitchFamily="34" charset="0"/>
              <a:buChar char="•"/>
            </a:pPr>
            <a:r>
              <a:rPr lang="en-US" sz="3200" dirty="0">
                <a:solidFill>
                  <a:schemeClr val="accent5"/>
                </a:solidFill>
              </a:rPr>
              <a:t>Prevents data leakage from future years</a:t>
            </a:r>
          </a:p>
          <a:p>
            <a:pPr marL="457200" indent="-457200">
              <a:buFont typeface="Arial" panose="020B0604020202020204" pitchFamily="34" charset="0"/>
              <a:buChar char="•"/>
            </a:pPr>
            <a:r>
              <a:rPr lang="en-US" sz="3200" dirty="0">
                <a:solidFill>
                  <a:schemeClr val="accent5"/>
                </a:solidFill>
              </a:rPr>
              <a:t>Training on historical data, testing on recent years validates real-world performance</a:t>
            </a:r>
          </a:p>
          <a:p>
            <a:pPr marL="457200" indent="-457200">
              <a:buFont typeface="Arial" panose="020B0604020202020204" pitchFamily="34" charset="0"/>
              <a:buChar char="•"/>
            </a:pPr>
            <a:r>
              <a:rPr lang="en-US" sz="3200" dirty="0">
                <a:solidFill>
                  <a:schemeClr val="accent5"/>
                </a:solidFill>
              </a:rPr>
              <a:t>Class imbalance is expected (few champions vs many non-champions)</a:t>
            </a:r>
          </a:p>
        </p:txBody>
      </p:sp>
      <p:pic>
        <p:nvPicPr>
          <p:cNvPr id="6" name="Picture 5">
            <a:extLst>
              <a:ext uri="{FF2B5EF4-FFF2-40B4-BE49-F238E27FC236}">
                <a16:creationId xmlns:a16="http://schemas.microsoft.com/office/drawing/2014/main" id="{68887047-2DC5-9325-E02A-61E6D11F10C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4000" y="1531307"/>
            <a:ext cx="8910643" cy="7883902"/>
          </a:xfrm>
          <a:prstGeom prst="rect">
            <a:avLst/>
          </a:prstGeom>
        </p:spPr>
      </p:pic>
    </p:spTree>
    <p:extLst>
      <p:ext uri="{BB962C8B-B14F-4D97-AF65-F5344CB8AC3E}">
        <p14:creationId xmlns:p14="http://schemas.microsoft.com/office/powerpoint/2010/main" val="3342659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9B6E0-F45D-9171-0AFD-80FE2637D1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B3E045-B4F8-EBC5-DC9A-38D6F3823FA1}"/>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3: Modeling:</a:t>
            </a:r>
          </a:p>
          <a:p>
            <a:r>
              <a:rPr lang="en-US" sz="3200" dirty="0">
                <a:solidFill>
                  <a:schemeClr val="accent5"/>
                </a:solidFill>
              </a:rPr>
              <a:t>Step 7: Model Selection &amp; Training:</a:t>
            </a:r>
          </a:p>
        </p:txBody>
      </p:sp>
      <p:sp>
        <p:nvSpPr>
          <p:cNvPr id="5" name="TextBox 4">
            <a:extLst>
              <a:ext uri="{FF2B5EF4-FFF2-40B4-BE49-F238E27FC236}">
                <a16:creationId xmlns:a16="http://schemas.microsoft.com/office/drawing/2014/main" id="{682E35E5-F7FA-1E38-7F7F-6D57DEDA5A65}"/>
              </a:ext>
            </a:extLst>
          </p:cNvPr>
          <p:cNvSpPr txBox="1"/>
          <p:nvPr/>
        </p:nvSpPr>
        <p:spPr>
          <a:xfrm>
            <a:off x="2649220" y="5909370"/>
            <a:ext cx="1302258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Standardization transforms features to have mean=0 and std=1. This is important because:</a:t>
            </a:r>
          </a:p>
          <a:p>
            <a:pPr marL="457200" indent="-457200">
              <a:buFont typeface="Arial" panose="020B0604020202020204" pitchFamily="34" charset="0"/>
              <a:buChar char="•"/>
            </a:pPr>
            <a:r>
              <a:rPr lang="en-US" sz="3200" dirty="0">
                <a:solidFill>
                  <a:schemeClr val="accent5"/>
                </a:solidFill>
              </a:rPr>
              <a:t>Prevents features with larger scales from dominating</a:t>
            </a:r>
          </a:p>
          <a:p>
            <a:pPr marL="457200" indent="-457200">
              <a:buFont typeface="Arial" panose="020B0604020202020204" pitchFamily="34" charset="0"/>
              <a:buChar char="•"/>
            </a:pPr>
            <a:r>
              <a:rPr lang="en-US" sz="3200" dirty="0">
                <a:solidFill>
                  <a:schemeClr val="accent5"/>
                </a:solidFill>
              </a:rPr>
              <a:t>Improves convergence for algorithms like Logistic Regression</a:t>
            </a:r>
          </a:p>
          <a:p>
            <a:pPr marL="457200" indent="-457200">
              <a:buFont typeface="Arial" panose="020B0604020202020204" pitchFamily="34" charset="0"/>
              <a:buChar char="•"/>
            </a:pPr>
            <a:r>
              <a:rPr lang="en-US" sz="3200" dirty="0">
                <a:solidFill>
                  <a:schemeClr val="accent5"/>
                </a:solidFill>
              </a:rPr>
              <a:t>We fit on training data only to prevent data leakage</a:t>
            </a:r>
          </a:p>
        </p:txBody>
      </p:sp>
      <p:pic>
        <p:nvPicPr>
          <p:cNvPr id="3" name="Picture 2">
            <a:extLst>
              <a:ext uri="{FF2B5EF4-FFF2-40B4-BE49-F238E27FC236}">
                <a16:creationId xmlns:a16="http://schemas.microsoft.com/office/drawing/2014/main" id="{DA3CAE8E-A3D6-072D-4153-9DD1ABCD5D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1444" y="1583828"/>
            <a:ext cx="11725228" cy="1969293"/>
          </a:xfrm>
          <a:prstGeom prst="rect">
            <a:avLst/>
          </a:prstGeom>
        </p:spPr>
      </p:pic>
      <p:pic>
        <p:nvPicPr>
          <p:cNvPr id="8" name="Picture 7">
            <a:extLst>
              <a:ext uri="{FF2B5EF4-FFF2-40B4-BE49-F238E27FC236}">
                <a16:creationId xmlns:a16="http://schemas.microsoft.com/office/drawing/2014/main" id="{B6744DDC-D642-CEB0-38A8-BBFE6C4D5489}"/>
              </a:ext>
            </a:extLst>
          </p:cNvPr>
          <p:cNvPicPr>
            <a:picLocks noChangeAspect="1"/>
          </p:cNvPicPr>
          <p:nvPr/>
        </p:nvPicPr>
        <p:blipFill>
          <a:blip r:embed="rId3">
            <a:extLst>
              <a:ext uri="{28A0092B-C50C-407E-A947-70E740481C1C}">
                <a14:useLocalDpi xmlns:a14="http://schemas.microsoft.com/office/drawing/2010/main" val="0"/>
              </a:ext>
            </a:extLst>
          </a:blip>
          <a:srcRect t="5440"/>
          <a:stretch>
            <a:fillRect/>
          </a:stretch>
        </p:blipFill>
        <p:spPr>
          <a:xfrm>
            <a:off x="3080031" y="3844229"/>
            <a:ext cx="10908054" cy="1841821"/>
          </a:xfrm>
          <a:prstGeom prst="rect">
            <a:avLst/>
          </a:prstGeom>
        </p:spPr>
      </p:pic>
    </p:spTree>
    <p:extLst>
      <p:ext uri="{BB962C8B-B14F-4D97-AF65-F5344CB8AC3E}">
        <p14:creationId xmlns:p14="http://schemas.microsoft.com/office/powerpoint/2010/main" val="4082496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b="3125"/>
          <a:stretch/>
        </p:blipFill>
        <p:spPr>
          <a:xfrm>
            <a:off x="0" y="0"/>
            <a:ext cx="17475200" cy="9753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76A64-7EA2-A91D-DF68-F37275EFC9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FD92FB-5827-5997-D490-F64299FA8FBB}"/>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3: Modeling:</a:t>
            </a:r>
          </a:p>
          <a:p>
            <a:r>
              <a:rPr lang="en-US" sz="3200" dirty="0">
                <a:solidFill>
                  <a:schemeClr val="accent5"/>
                </a:solidFill>
              </a:rPr>
              <a:t>Step 7: Model Selection &amp; Training:</a:t>
            </a:r>
          </a:p>
        </p:txBody>
      </p:sp>
      <p:sp>
        <p:nvSpPr>
          <p:cNvPr id="5" name="TextBox 4">
            <a:extLst>
              <a:ext uri="{FF2B5EF4-FFF2-40B4-BE49-F238E27FC236}">
                <a16:creationId xmlns:a16="http://schemas.microsoft.com/office/drawing/2014/main" id="{38771C7D-3C83-1CAD-5F27-0D5EACB219E6}"/>
              </a:ext>
            </a:extLst>
          </p:cNvPr>
          <p:cNvSpPr txBox="1"/>
          <p:nvPr/>
        </p:nvSpPr>
        <p:spPr>
          <a:xfrm>
            <a:off x="9496761" y="2514600"/>
            <a:ext cx="7953039"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We compare three models to find the best performer:</a:t>
            </a:r>
          </a:p>
          <a:p>
            <a:pPr marL="457200" indent="-457200">
              <a:buFont typeface="Arial" panose="020B0604020202020204" pitchFamily="34" charset="0"/>
              <a:buChar char="•"/>
            </a:pPr>
            <a:r>
              <a:rPr lang="en-US" sz="3200" dirty="0">
                <a:solidFill>
                  <a:schemeClr val="accent5"/>
                </a:solidFill>
              </a:rPr>
              <a:t>Accuracy measures the percentage of correct predictions</a:t>
            </a:r>
          </a:p>
          <a:p>
            <a:pPr marL="457200" indent="-457200">
              <a:buFont typeface="Arial" panose="020B0604020202020204" pitchFamily="34" charset="0"/>
              <a:buChar char="•"/>
            </a:pPr>
            <a:r>
              <a:rPr lang="en-US" sz="3200" dirty="0">
                <a:solidFill>
                  <a:schemeClr val="accent5"/>
                </a:solidFill>
              </a:rPr>
              <a:t>The best model is selected based on test set accuracy</a:t>
            </a:r>
          </a:p>
          <a:p>
            <a:pPr marL="457200" indent="-457200">
              <a:buFont typeface="Arial" panose="020B0604020202020204" pitchFamily="34" charset="0"/>
              <a:buChar char="•"/>
            </a:pPr>
            <a:r>
              <a:rPr lang="en-US" sz="3200" dirty="0">
                <a:solidFill>
                  <a:schemeClr val="accent5"/>
                </a:solidFill>
              </a:rPr>
              <a:t>High accuracy indicates the model can reliably distinguish champions from non-champions</a:t>
            </a:r>
          </a:p>
          <a:p>
            <a:pPr marL="457200" indent="-457200">
              <a:buFont typeface="Arial" panose="020B0604020202020204" pitchFamily="34" charset="0"/>
              <a:buChar char="•"/>
            </a:pPr>
            <a:r>
              <a:rPr lang="en-US" sz="3200" dirty="0">
                <a:solidFill>
                  <a:schemeClr val="accent5"/>
                </a:solidFill>
              </a:rPr>
              <a:t>We use limited tree depth to prevent overfitting</a:t>
            </a:r>
          </a:p>
        </p:txBody>
      </p:sp>
      <p:pic>
        <p:nvPicPr>
          <p:cNvPr id="3" name="Picture 2">
            <a:extLst>
              <a:ext uri="{FF2B5EF4-FFF2-40B4-BE49-F238E27FC236}">
                <a16:creationId xmlns:a16="http://schemas.microsoft.com/office/drawing/2014/main" id="{179A9170-E99D-DE14-972C-74683825C6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400" y="1654880"/>
            <a:ext cx="8988761" cy="7883901"/>
          </a:xfrm>
          <a:prstGeom prst="rect">
            <a:avLst/>
          </a:prstGeom>
        </p:spPr>
      </p:pic>
    </p:spTree>
    <p:extLst>
      <p:ext uri="{BB962C8B-B14F-4D97-AF65-F5344CB8AC3E}">
        <p14:creationId xmlns:p14="http://schemas.microsoft.com/office/powerpoint/2010/main" val="2481631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BFF34-AF3D-718E-517E-F9974FC97CF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D8A468-79EF-2EF8-9F1B-E78086622C35}"/>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3: Modeling:</a:t>
            </a:r>
          </a:p>
          <a:p>
            <a:r>
              <a:rPr lang="en-US" sz="3200" dirty="0">
                <a:solidFill>
                  <a:schemeClr val="accent5"/>
                </a:solidFill>
              </a:rPr>
              <a:t>Step 8: Model Evaluation:</a:t>
            </a:r>
          </a:p>
        </p:txBody>
      </p:sp>
      <p:sp>
        <p:nvSpPr>
          <p:cNvPr id="5" name="TextBox 4">
            <a:extLst>
              <a:ext uri="{FF2B5EF4-FFF2-40B4-BE49-F238E27FC236}">
                <a16:creationId xmlns:a16="http://schemas.microsoft.com/office/drawing/2014/main" id="{6310B460-BBD4-9B16-CA7A-BC5B358EFC81}"/>
              </a:ext>
            </a:extLst>
          </p:cNvPr>
          <p:cNvSpPr txBox="1"/>
          <p:nvPr/>
        </p:nvSpPr>
        <p:spPr>
          <a:xfrm>
            <a:off x="1692911" y="5894130"/>
            <a:ext cx="14089378"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The classification report shows:</a:t>
            </a:r>
          </a:p>
          <a:p>
            <a:pPr marL="457200" indent="-457200">
              <a:buFont typeface="Arial" panose="020B0604020202020204" pitchFamily="34" charset="0"/>
              <a:buChar char="•"/>
            </a:pPr>
            <a:r>
              <a:rPr lang="en-US" sz="3200" b="1" dirty="0">
                <a:solidFill>
                  <a:schemeClr val="accent5"/>
                </a:solidFill>
              </a:rPr>
              <a:t>Precision</a:t>
            </a:r>
            <a:r>
              <a:rPr lang="en-US" sz="3200" dirty="0">
                <a:solidFill>
                  <a:schemeClr val="accent5"/>
                </a:solidFill>
              </a:rPr>
              <a:t>: Of teams predicted as champions, how many actually were (avoids false positives)</a:t>
            </a:r>
          </a:p>
          <a:p>
            <a:pPr marL="457200" indent="-457200">
              <a:buFont typeface="Arial" panose="020B0604020202020204" pitchFamily="34" charset="0"/>
              <a:buChar char="•"/>
            </a:pPr>
            <a:r>
              <a:rPr lang="en-US" sz="3200" b="1" dirty="0">
                <a:solidFill>
                  <a:schemeClr val="accent5"/>
                </a:solidFill>
              </a:rPr>
              <a:t>Recall</a:t>
            </a:r>
            <a:r>
              <a:rPr lang="en-US" sz="3200" dirty="0">
                <a:solidFill>
                  <a:schemeClr val="accent5"/>
                </a:solidFill>
              </a:rPr>
              <a:t>: Of actual champions, how many were correctly identified (avoids missing winners)</a:t>
            </a:r>
          </a:p>
          <a:p>
            <a:pPr marL="457200" indent="-457200">
              <a:buFont typeface="Arial" panose="020B0604020202020204" pitchFamily="34" charset="0"/>
              <a:buChar char="•"/>
            </a:pPr>
            <a:r>
              <a:rPr lang="en-US" sz="3200" b="1" dirty="0">
                <a:solidFill>
                  <a:schemeClr val="accent5"/>
                </a:solidFill>
              </a:rPr>
              <a:t>F1-score</a:t>
            </a:r>
            <a:r>
              <a:rPr lang="en-US" sz="3200" dirty="0">
                <a:solidFill>
                  <a:schemeClr val="accent5"/>
                </a:solidFill>
              </a:rPr>
              <a:t>: Harmonic mean of precision and recall (balanced metric)</a:t>
            </a:r>
          </a:p>
          <a:p>
            <a:pPr marL="457200" indent="-457200">
              <a:buFont typeface="Arial" panose="020B0604020202020204" pitchFamily="34" charset="0"/>
              <a:buChar char="•"/>
            </a:pPr>
            <a:r>
              <a:rPr lang="en-US" sz="3200" dirty="0">
                <a:solidFill>
                  <a:schemeClr val="accent5"/>
                </a:solidFill>
              </a:rPr>
              <a:t>High scores across all metrics indicate reliable predictions</a:t>
            </a:r>
          </a:p>
        </p:txBody>
      </p:sp>
      <p:pic>
        <p:nvPicPr>
          <p:cNvPr id="6" name="Picture 5">
            <a:extLst>
              <a:ext uri="{FF2B5EF4-FFF2-40B4-BE49-F238E27FC236}">
                <a16:creationId xmlns:a16="http://schemas.microsoft.com/office/drawing/2014/main" id="{72DE9E23-2140-6159-6706-3B31885AE99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49218" y="1838578"/>
            <a:ext cx="11422382" cy="3629471"/>
          </a:xfrm>
          <a:prstGeom prst="rect">
            <a:avLst/>
          </a:prstGeom>
        </p:spPr>
      </p:pic>
    </p:spTree>
    <p:extLst>
      <p:ext uri="{BB962C8B-B14F-4D97-AF65-F5344CB8AC3E}">
        <p14:creationId xmlns:p14="http://schemas.microsoft.com/office/powerpoint/2010/main" val="122442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b="3125"/>
          <a:stretch/>
        </p:blipFill>
        <p:spPr>
          <a:xfrm>
            <a:off x="0" y="0"/>
            <a:ext cx="17475200" cy="9753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b="3125"/>
          <a:stretch/>
        </p:blipFill>
        <p:spPr>
          <a:xfrm>
            <a:off x="0" y="0"/>
            <a:ext cx="17475200" cy="9753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EB62FB-30DF-635B-B6AC-EBA313A95F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7475200" cy="9753600"/>
          </a:xfrm>
          <a:prstGeom prst="rect">
            <a:avLst/>
          </a:prstGeom>
        </p:spPr>
      </p:pic>
    </p:spTree>
    <p:extLst>
      <p:ext uri="{BB962C8B-B14F-4D97-AF65-F5344CB8AC3E}">
        <p14:creationId xmlns:p14="http://schemas.microsoft.com/office/powerpoint/2010/main" val="187033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232D0-3394-E2F2-6E7B-A6CFE8754D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B6D2AB-85B3-F60F-84C1-F292FC44245F}"/>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3: Modeling:</a:t>
            </a:r>
          </a:p>
          <a:p>
            <a:r>
              <a:rPr lang="en-US" sz="3200" dirty="0">
                <a:solidFill>
                  <a:schemeClr val="accent5"/>
                </a:solidFill>
              </a:rPr>
              <a:t>Step 8: Model Evaluation:</a:t>
            </a:r>
          </a:p>
        </p:txBody>
      </p:sp>
      <p:sp>
        <p:nvSpPr>
          <p:cNvPr id="5" name="TextBox 4">
            <a:extLst>
              <a:ext uri="{FF2B5EF4-FFF2-40B4-BE49-F238E27FC236}">
                <a16:creationId xmlns:a16="http://schemas.microsoft.com/office/drawing/2014/main" id="{1EC09A31-4946-49AD-B481-E65F86DB6F31}"/>
              </a:ext>
            </a:extLst>
          </p:cNvPr>
          <p:cNvSpPr txBox="1"/>
          <p:nvPr/>
        </p:nvSpPr>
        <p:spPr>
          <a:xfrm>
            <a:off x="2032000" y="5937558"/>
            <a:ext cx="14241778"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feature importance reveals which factors most influence championship prediction:</a:t>
            </a:r>
          </a:p>
          <a:p>
            <a:pPr marL="457200" indent="-457200">
              <a:buFont typeface="Arial" panose="020B0604020202020204" pitchFamily="34" charset="0"/>
              <a:buChar char="•"/>
            </a:pPr>
            <a:r>
              <a:rPr lang="en-US" sz="3200" dirty="0">
                <a:solidFill>
                  <a:schemeClr val="accent5"/>
                </a:solidFill>
              </a:rPr>
              <a:t>Higher importance = stronger predictive power</a:t>
            </a:r>
          </a:p>
          <a:p>
            <a:pPr marL="457200" indent="-457200">
              <a:buFont typeface="Arial" panose="020B0604020202020204" pitchFamily="34" charset="0"/>
              <a:buChar char="•"/>
            </a:pPr>
            <a:r>
              <a:rPr lang="en-US" sz="3200" dirty="0">
                <a:solidFill>
                  <a:schemeClr val="accent5"/>
                </a:solidFill>
              </a:rPr>
              <a:t>Typically, wins and </a:t>
            </a:r>
            <a:r>
              <a:rPr lang="en-US" sz="3200" dirty="0" err="1">
                <a:solidFill>
                  <a:schemeClr val="accent5"/>
                </a:solidFill>
              </a:rPr>
              <a:t>win_rate</a:t>
            </a:r>
            <a:r>
              <a:rPr lang="en-US" sz="3200" dirty="0">
                <a:solidFill>
                  <a:schemeClr val="accent5"/>
                </a:solidFill>
              </a:rPr>
              <a:t> are most important</a:t>
            </a:r>
          </a:p>
          <a:p>
            <a:pPr marL="457200" indent="-457200">
              <a:buFont typeface="Arial" panose="020B0604020202020204" pitchFamily="34" charset="0"/>
              <a:buChar char="•"/>
            </a:pPr>
            <a:r>
              <a:rPr lang="en-US" sz="3200" dirty="0">
                <a:solidFill>
                  <a:schemeClr val="accent5"/>
                </a:solidFill>
              </a:rPr>
              <a:t>This helps investors understand what drives championship success</a:t>
            </a:r>
          </a:p>
          <a:p>
            <a:pPr marL="457200" indent="-457200">
              <a:buFont typeface="Arial" panose="020B0604020202020204" pitchFamily="34" charset="0"/>
              <a:buChar char="•"/>
            </a:pPr>
            <a:r>
              <a:rPr lang="en-US" sz="3200" dirty="0">
                <a:solidFill>
                  <a:schemeClr val="accent5"/>
                </a:solidFill>
              </a:rPr>
              <a:t>Teams excelling in top features are better investment candidates</a:t>
            </a:r>
          </a:p>
        </p:txBody>
      </p:sp>
      <p:pic>
        <p:nvPicPr>
          <p:cNvPr id="6" name="Picture 5">
            <a:extLst>
              <a:ext uri="{FF2B5EF4-FFF2-40B4-BE49-F238E27FC236}">
                <a16:creationId xmlns:a16="http://schemas.microsoft.com/office/drawing/2014/main" id="{9177C377-6C24-8E9B-4035-E27CC25EB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49218" y="1575748"/>
            <a:ext cx="11696000" cy="4168080"/>
          </a:xfrm>
          <a:prstGeom prst="rect">
            <a:avLst/>
          </a:prstGeom>
        </p:spPr>
      </p:pic>
    </p:spTree>
    <p:extLst>
      <p:ext uri="{BB962C8B-B14F-4D97-AF65-F5344CB8AC3E}">
        <p14:creationId xmlns:p14="http://schemas.microsoft.com/office/powerpoint/2010/main" val="4215579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3" cstate="print"/>
          <a:srcRect b="3125"/>
          <a:stretch/>
        </p:blipFill>
        <p:spPr>
          <a:xfrm>
            <a:off x="0" y="0"/>
            <a:ext cx="17475200" cy="9753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F0BA7-4B7E-120B-3FD1-C15DA06441A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C0C20A-6654-A9C3-1F21-6067B961E529}"/>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Phase 3: Modeling:</a:t>
            </a:r>
          </a:p>
          <a:p>
            <a:r>
              <a:rPr lang="en-US" sz="3200" dirty="0">
                <a:solidFill>
                  <a:schemeClr val="accent5"/>
                </a:solidFill>
              </a:rPr>
              <a:t>Step 10: Driver-Level Analysis:</a:t>
            </a:r>
          </a:p>
        </p:txBody>
      </p:sp>
      <p:sp>
        <p:nvSpPr>
          <p:cNvPr id="5" name="TextBox 4">
            <a:extLst>
              <a:ext uri="{FF2B5EF4-FFF2-40B4-BE49-F238E27FC236}">
                <a16:creationId xmlns:a16="http://schemas.microsoft.com/office/drawing/2014/main" id="{B8DA3E82-9D65-1D2D-A60F-BAA052C473B3}"/>
              </a:ext>
            </a:extLst>
          </p:cNvPr>
          <p:cNvSpPr txBox="1"/>
          <p:nvPr/>
        </p:nvSpPr>
        <p:spPr>
          <a:xfrm>
            <a:off x="9522161" y="2069337"/>
            <a:ext cx="7953039"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Driver analysis complements team predictions:</a:t>
            </a:r>
          </a:p>
          <a:p>
            <a:endParaRPr lang="en-US" sz="3200" dirty="0">
              <a:solidFill>
                <a:schemeClr val="accent5"/>
              </a:solidFill>
            </a:endParaRPr>
          </a:p>
          <a:p>
            <a:pPr marL="457200" indent="-457200">
              <a:buFont typeface="Arial" panose="020B0604020202020204" pitchFamily="34" charset="0"/>
              <a:buChar char="•"/>
            </a:pPr>
            <a:r>
              <a:rPr lang="en-US" sz="3200" dirty="0">
                <a:solidFill>
                  <a:schemeClr val="accent5"/>
                </a:solidFill>
              </a:rPr>
              <a:t>Recent wins indicate current form and competitiveness</a:t>
            </a:r>
          </a:p>
          <a:p>
            <a:pPr marL="457200" indent="-457200">
              <a:buFont typeface="Arial" panose="020B0604020202020204" pitchFamily="34" charset="0"/>
              <a:buChar char="•"/>
            </a:pPr>
            <a:endParaRPr lang="en-US" sz="3200" dirty="0">
              <a:solidFill>
                <a:schemeClr val="accent5"/>
              </a:solidFill>
            </a:endParaRPr>
          </a:p>
          <a:p>
            <a:pPr marL="457200" indent="-457200">
              <a:buFont typeface="Arial" panose="020B0604020202020204" pitchFamily="34" charset="0"/>
              <a:buChar char="•"/>
            </a:pPr>
            <a:r>
              <a:rPr lang="en-US" sz="3200" dirty="0">
                <a:solidFill>
                  <a:schemeClr val="accent5"/>
                </a:solidFill>
              </a:rPr>
              <a:t>Last win year shows if driver is still active and winning</a:t>
            </a:r>
          </a:p>
          <a:p>
            <a:pPr marL="457200" indent="-457200">
              <a:buFont typeface="Arial" panose="020B0604020202020204" pitchFamily="34" charset="0"/>
              <a:buChar char="•"/>
            </a:pPr>
            <a:endParaRPr lang="en-US" sz="3200" dirty="0">
              <a:solidFill>
                <a:schemeClr val="accent5"/>
              </a:solidFill>
            </a:endParaRPr>
          </a:p>
          <a:p>
            <a:pPr marL="457200" indent="-457200">
              <a:buFont typeface="Arial" panose="020B0604020202020204" pitchFamily="34" charset="0"/>
              <a:buChar char="•"/>
            </a:pPr>
            <a:r>
              <a:rPr lang="en-US" sz="3200" dirty="0">
                <a:solidFill>
                  <a:schemeClr val="accent5"/>
                </a:solidFill>
              </a:rPr>
              <a:t>Current team helps connect driver value to team investment</a:t>
            </a:r>
          </a:p>
          <a:p>
            <a:pPr marL="457200" indent="-457200">
              <a:buFont typeface="Arial" panose="020B0604020202020204" pitchFamily="34" charset="0"/>
              <a:buChar char="•"/>
            </a:pPr>
            <a:endParaRPr lang="en-US" sz="3200" dirty="0">
              <a:solidFill>
                <a:schemeClr val="accent5"/>
              </a:solidFill>
            </a:endParaRPr>
          </a:p>
          <a:p>
            <a:pPr marL="457200" indent="-457200">
              <a:buFont typeface="Arial" panose="020B0604020202020204" pitchFamily="34" charset="0"/>
              <a:buChar char="•"/>
            </a:pPr>
            <a:r>
              <a:rPr lang="en-US" sz="3200" dirty="0">
                <a:solidFill>
                  <a:schemeClr val="accent5"/>
                </a:solidFill>
              </a:rPr>
              <a:t>Top drivers on strong teams are ideal sponsorship targets</a:t>
            </a:r>
          </a:p>
        </p:txBody>
      </p:sp>
      <p:pic>
        <p:nvPicPr>
          <p:cNvPr id="3" name="Picture 2">
            <a:extLst>
              <a:ext uri="{FF2B5EF4-FFF2-40B4-BE49-F238E27FC236}">
                <a16:creationId xmlns:a16="http://schemas.microsoft.com/office/drawing/2014/main" id="{7F902220-721F-57DD-0A62-9E30ED93591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9400" y="1676401"/>
            <a:ext cx="8988761" cy="7772400"/>
          </a:xfrm>
          <a:prstGeom prst="rect">
            <a:avLst/>
          </a:prstGeom>
        </p:spPr>
      </p:pic>
    </p:spTree>
    <p:extLst>
      <p:ext uri="{BB962C8B-B14F-4D97-AF65-F5344CB8AC3E}">
        <p14:creationId xmlns:p14="http://schemas.microsoft.com/office/powerpoint/2010/main" val="2837858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13D62C-1D98-BC30-8190-7EBE563F0A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7475200" cy="9753600"/>
          </a:xfrm>
          <a:prstGeom prst="rect">
            <a:avLst/>
          </a:prstGeom>
        </p:spPr>
      </p:pic>
    </p:spTree>
    <p:extLst>
      <p:ext uri="{BB962C8B-B14F-4D97-AF65-F5344CB8AC3E}">
        <p14:creationId xmlns:p14="http://schemas.microsoft.com/office/powerpoint/2010/main" val="84717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DB51F-29D3-9A2C-F174-575A13997EB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CE92E0-166C-610A-F9BE-ADFB961CBF0B}"/>
              </a:ext>
            </a:extLst>
          </p:cNvPr>
          <p:cNvSpPr txBox="1"/>
          <p:nvPr/>
        </p:nvSpPr>
        <p:spPr>
          <a:xfrm>
            <a:off x="279400" y="304800"/>
            <a:ext cx="121767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Results &amp; Investment Recommendations:</a:t>
            </a:r>
          </a:p>
          <a:p>
            <a:r>
              <a:rPr lang="en-US" sz="3200" dirty="0">
                <a:solidFill>
                  <a:schemeClr val="accent5"/>
                </a:solidFill>
              </a:rPr>
              <a:t>Key Insights:</a:t>
            </a:r>
          </a:p>
        </p:txBody>
      </p:sp>
      <p:sp>
        <p:nvSpPr>
          <p:cNvPr id="5" name="TextBox 4">
            <a:extLst>
              <a:ext uri="{FF2B5EF4-FFF2-40B4-BE49-F238E27FC236}">
                <a16:creationId xmlns:a16="http://schemas.microsoft.com/office/drawing/2014/main" id="{7E05D4AB-2E46-54B9-5098-76881F017088}"/>
              </a:ext>
            </a:extLst>
          </p:cNvPr>
          <p:cNvSpPr txBox="1"/>
          <p:nvPr/>
        </p:nvSpPr>
        <p:spPr>
          <a:xfrm>
            <a:off x="9268161" y="2069337"/>
            <a:ext cx="8207039"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5"/>
                </a:solidFill>
              </a:rPr>
              <a:t>Final recommendations synthesize all analysis:</a:t>
            </a:r>
          </a:p>
          <a:p>
            <a:pPr marL="457200" indent="-457200">
              <a:buFont typeface="Arial" panose="020B0604020202020204" pitchFamily="34" charset="0"/>
              <a:buChar char="•"/>
            </a:pPr>
            <a:endParaRPr lang="en-US" sz="3200" dirty="0">
              <a:solidFill>
                <a:schemeClr val="accent5"/>
              </a:solidFill>
            </a:endParaRPr>
          </a:p>
          <a:p>
            <a:pPr marL="457200" indent="-457200">
              <a:buFont typeface="Arial" panose="020B0604020202020204" pitchFamily="34" charset="0"/>
              <a:buChar char="•"/>
            </a:pPr>
            <a:r>
              <a:rPr lang="en-US" sz="3200" b="1" dirty="0">
                <a:solidFill>
                  <a:schemeClr val="accent5"/>
                </a:solidFill>
              </a:rPr>
              <a:t>Top Teams</a:t>
            </a:r>
            <a:r>
              <a:rPr lang="en-US" sz="3200" dirty="0">
                <a:solidFill>
                  <a:schemeClr val="accent5"/>
                </a:solidFill>
              </a:rPr>
              <a:t>: Ranked by data-driven championship probability</a:t>
            </a:r>
          </a:p>
          <a:p>
            <a:pPr marL="457200" indent="-457200">
              <a:buFont typeface="Arial" panose="020B0604020202020204" pitchFamily="34" charset="0"/>
              <a:buChar char="•"/>
            </a:pPr>
            <a:endParaRPr lang="en-US" sz="3200" dirty="0">
              <a:solidFill>
                <a:schemeClr val="accent5"/>
              </a:solidFill>
            </a:endParaRPr>
          </a:p>
          <a:p>
            <a:pPr marL="457200" indent="-457200">
              <a:buFont typeface="Arial" panose="020B0604020202020204" pitchFamily="34" charset="0"/>
              <a:buChar char="•"/>
            </a:pPr>
            <a:r>
              <a:rPr lang="en-US" sz="3200" b="1" dirty="0">
                <a:solidFill>
                  <a:schemeClr val="accent5"/>
                </a:solidFill>
              </a:rPr>
              <a:t>Top Drivers</a:t>
            </a:r>
            <a:r>
              <a:rPr lang="en-US" sz="3200" dirty="0">
                <a:solidFill>
                  <a:schemeClr val="accent5"/>
                </a:solidFill>
              </a:rPr>
              <a:t>: Ranked by recent performance and team association</a:t>
            </a:r>
          </a:p>
          <a:p>
            <a:pPr marL="457200" indent="-457200">
              <a:buFont typeface="Arial" panose="020B0604020202020204" pitchFamily="34" charset="0"/>
              <a:buChar char="•"/>
            </a:pPr>
            <a:endParaRPr lang="en-US" sz="3200" dirty="0">
              <a:solidFill>
                <a:schemeClr val="accent5"/>
              </a:solidFill>
            </a:endParaRPr>
          </a:p>
          <a:p>
            <a:pPr marL="457200" indent="-457200">
              <a:buFont typeface="Arial" panose="020B0604020202020204" pitchFamily="34" charset="0"/>
              <a:buChar char="•"/>
            </a:pPr>
            <a:r>
              <a:rPr lang="en-US" sz="3200" b="1" dirty="0">
                <a:solidFill>
                  <a:schemeClr val="accent5"/>
                </a:solidFill>
              </a:rPr>
              <a:t>Model Confidence</a:t>
            </a:r>
            <a:r>
              <a:rPr lang="en-US" sz="3200" dirty="0">
                <a:solidFill>
                  <a:schemeClr val="accent5"/>
                </a:solidFill>
              </a:rPr>
              <a:t>: Accuracy percentage indicates reliability</a:t>
            </a:r>
          </a:p>
          <a:p>
            <a:pPr marL="457200" indent="-457200">
              <a:buFont typeface="Arial" panose="020B0604020202020204" pitchFamily="34" charset="0"/>
              <a:buChar char="•"/>
            </a:pPr>
            <a:endParaRPr lang="en-US" sz="3200" dirty="0">
              <a:solidFill>
                <a:schemeClr val="accent5"/>
              </a:solidFill>
            </a:endParaRPr>
          </a:p>
          <a:p>
            <a:pPr marL="457200" indent="-457200">
              <a:buFont typeface="Arial" panose="020B0604020202020204" pitchFamily="34" charset="0"/>
              <a:buChar char="•"/>
            </a:pPr>
            <a:r>
              <a:rPr lang="en-US" sz="3200" b="1" dirty="0">
                <a:solidFill>
                  <a:schemeClr val="accent5"/>
                </a:solidFill>
              </a:rPr>
              <a:t>Actionable Insights</a:t>
            </a:r>
            <a:r>
              <a:rPr lang="en-US" sz="3200" dirty="0">
                <a:solidFill>
                  <a:schemeClr val="accent5"/>
                </a:solidFill>
              </a:rPr>
              <a:t>: Clear guidance for investment and sponsorship decisions</a:t>
            </a:r>
          </a:p>
        </p:txBody>
      </p:sp>
      <p:pic>
        <p:nvPicPr>
          <p:cNvPr id="3" name="Picture 2">
            <a:extLst>
              <a:ext uri="{FF2B5EF4-FFF2-40B4-BE49-F238E27FC236}">
                <a16:creationId xmlns:a16="http://schemas.microsoft.com/office/drawing/2014/main" id="{BB02FDF9-A4E5-2F6C-4242-27ABAE03D30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9400" y="1676401"/>
            <a:ext cx="8988761" cy="7772400"/>
          </a:xfrm>
          <a:prstGeom prst="rect">
            <a:avLst/>
          </a:prstGeom>
        </p:spPr>
      </p:pic>
    </p:spTree>
    <p:extLst>
      <p:ext uri="{BB962C8B-B14F-4D97-AF65-F5344CB8AC3E}">
        <p14:creationId xmlns:p14="http://schemas.microsoft.com/office/powerpoint/2010/main" val="2317212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333F6A-DE59-A08E-A6E4-5E68B891C0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7475200" cy="9753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CE3DF-C673-D234-DB24-8AEC17A67910}"/>
              </a:ext>
            </a:extLst>
          </p:cNvPr>
          <p:cNvSpPr txBox="1"/>
          <p:nvPr/>
        </p:nvSpPr>
        <p:spPr>
          <a:xfrm>
            <a:off x="4512359" y="3834069"/>
            <a:ext cx="7605367"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8800" dirty="0">
                <a:solidFill>
                  <a:srgbClr val="FF8400"/>
                </a:solidFill>
                <a:latin typeface="+mj-lt"/>
              </a:rPr>
              <a:t>THANK YOU</a:t>
            </a:r>
          </a:p>
        </p:txBody>
      </p:sp>
    </p:spTree>
    <p:extLst>
      <p:ext uri="{BB962C8B-B14F-4D97-AF65-F5344CB8AC3E}">
        <p14:creationId xmlns:p14="http://schemas.microsoft.com/office/powerpoint/2010/main" val="33321609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TotalTime>
  <Words>855</Words>
  <Application>Microsoft Office PowerPoint</Application>
  <PresentationFormat>Custom</PresentationFormat>
  <Paragraphs>101</Paragraphs>
  <Slides>30</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Century Gothic</vt: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Hazem Adel</dc:creator>
  <cp:lastModifiedBy>Hazem Adel</cp:lastModifiedBy>
  <cp:revision>26</cp:revision>
  <dcterms:created xsi:type="dcterms:W3CDTF">2025-12-15T21:07:04Z</dcterms:created>
  <dcterms:modified xsi:type="dcterms:W3CDTF">2025-12-22T21:46:22Z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2025-12-15T00:00:00Z</vt:filetime>
  </property>
  <property fmtid="{D5CDD505-2E9C-101B-9397-08002B2CF9AE}" pid="3" name="LastSaved">
    <vt:filetime>2025-12-15T00:00:00Z</vt:filetime>
  </property>
  <property fmtid="{D5CDD505-2E9C-101B-9397-08002B2CF9AE}" pid="4" name="Producer">
    <vt:lpwstr>3-Heights(TM) PDF Security Shell 4.8.25.2 (http://www.pdf-tools.com)</vt:lpwstr>
  </property>
</Properties>
</file>